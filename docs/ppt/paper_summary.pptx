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Numerical Anchoring in VLMs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Uncertainty-modulated graded pull, digit-pixel causality, and a free-lunch mitigation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1188720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2026 Main · ARR May 25 target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스타일 정리 발표 (2026-04-29)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자료: references/project.md §0 + docs/insights/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헤드라인 클레임 (§1 Introduction)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줄로 요약하는 본 연구의 주장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numerical anchoring in VLMs is
</a:t>
            </a:r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uncertainty-modulated graded pull,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categorical capture — and concentrates on a
</a:t>
            </a:r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digit-pixel cue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the anchor image.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365760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886200"/>
            <a:ext cx="73152" cy="21031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novelty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어떤 연구도 stand-alone rendered-number 이미지를 cross-modal anchor로 open numerical VQA에 적용한 적이 없음.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886200"/>
            <a:ext cx="365760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3886200"/>
            <a:ext cx="73152" cy="21031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vs. categorical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44348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A1: 7 모델 전부 wrong-base direction-follow가 correct-base보다 +6.9–19.6 pp 큼. paired adopt는 2–6 %.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3886200"/>
            <a:ext cx="365760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886200"/>
            <a:ext cx="73152" cy="21031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science 정합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44348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Mussweiler &amp; Strack의 selective accessibility — uncertainty에 비례한 anchor pull과 일치.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Introduction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시나리오와 위험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VLM에 여러 이미지를 함께 보여주는 상황은 늘고 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11480" cy="411480"/>
          </a:xfrm>
          <a:prstGeom prst="oval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 시나리오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앨범 정리 / 멀티-스크린샷 / 문서 복수 첨부 — VLM에 여러 이미지를 동시 입력하는 빈도가 높아짐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411480" cy="411480"/>
          </a:xfrm>
          <a:prstGeom prst="oval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6517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정답과 무관한 이미지가 답변에 영향을 준다면? 특히 *숫자가 그려진 이미지*가 다른 질문의 수치 답변을 끌어당긴다면?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411480" cy="411480"/>
          </a:xfrm>
          <a:prstGeom prst="oval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인지과학 prior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5204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Tversky-Kahneman / Mussweiler-Strack: 사람도 무관한 숫자에 anchored 되며, 효과는 불확실할수록 강함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411480" cy="411480"/>
          </a:xfrm>
          <a:prstGeom prst="oval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선행 연구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0" y="43891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Jones-Steinhardt 2022, Echterhoff EMNLP Findings 2024: 텍스트 anchor 주입 시 유사 효과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411480" cy="411480"/>
          </a:xfrm>
          <a:prstGeom prst="oval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5257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공백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0" y="52578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시각적 anchor (rendered digit image)가 다른 이미지의 수치 질문에 미치는 영향은 미답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 Introduction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— novelty 매트릭스 (§2)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setup은 직접 선행 없음, 가장 가까운 이웃들과 명확한 차별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0233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가까운 선행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 판정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numerical anchoring (core)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VLMBias (다른 setup); typographic attacks (다른 task)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Genuinely novel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"Stronger on wrong cases" 비대칭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LLM/VLM anchoring 어디에도 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Genuinely novel — strongest 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확장 (VQAv2 → TallyQA/ChartQA/MathVista)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방법론 위생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not novel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vs Conv-encoder ablation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Typographic-attack mech (arXiv 2508.20570)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angle, ablation 가능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Confidence-modulated anchoring (logit, §6)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A binary; LLM 쪽 entropy 연구 일부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proxy = novel projection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Encoder-blind upper-half mitigation (§7)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Weng et al. EMNLP 2024 Main (causal mediation)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Cross-architecture locus = novel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Findings-tier 패턴 → Main-tier로 끌어올린 4가지 lever:  attention mass · causal ablation · mid-stack mitigation · confidence proxy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2 Related Work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조건 setup (§3 Problem Definition)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sample_instance 마다 4 conditions: b / a / m / 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7432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번째 이미지 없음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(pred_b)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691640"/>
            <a:ext cx="274320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91640"/>
            <a:ext cx="27432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02336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anchor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468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디지트 한 글자가 그려진 anchor 이미지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4114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(pred_a)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274320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1691640"/>
            <a:ext cx="27432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anchor_masked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이미지의 디지트 픽셀 영역만 inpaint로 가림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114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digit-pixel control (pred_m)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1691640"/>
            <a:ext cx="2743200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1691640"/>
            <a:ext cx="27432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78408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neutral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72600" y="2468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디지트 없는 FLUX 생성 이미지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72600" y="4114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2-image distraction control (pred_d)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− d) gap →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vs. distraction 분리 ·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− m) gap →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digit-pixel 인과 분리 ·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(wrong-base − correct-base) →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변조 분리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Problem Definition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metrics — M2 (§3)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docs/insights/M2-metric-definition-evidence.md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788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adopt_rate          = #(pa == anchor AND pb != anchor)  /  #(pb != anchor)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direction_follow    = #( (pb−gt)·(pa−gt) &gt; 0  AND  pa != pb )  /  #(numeric pair AND anchor present)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exact_match         = #(pa == gt)  /  #(numeric pair)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anchor_effect_M     = M(anchor arm) − M(neutral arm)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표기 통일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pred_b / pred_a / pred_m / pred_d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각 condition의 prediction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anchor image의 value ·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ground truth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flags: pb_eq_a / pa_eq_a / gt_eq_a / pa_ne_pb / pb_eq_gt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617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조합?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50292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 변종 중 가장 깔끔 (M2 evidence)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wrong &gt; correct gap S0/S1에서 22/22 보존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 decay S1 &gt; S5 100%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anchor &gt; masked S0/S1에서 5/6 보존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Problem Definition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Adopt variant signal preservation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(numerator, denominator) 조합 비교</a:t>
            </a:r>
            <a:endParaRPr lang="en-US" sz="1600" dirty="0"/>
          </a:p>
        </p:txBody>
      </p:sp>
      <p:pic>
        <p:nvPicPr>
          <p:cNvPr id="4" name="Image 0" descr="/mnt/ddn/prod-runs/thyun.park/src/vlm_anchroing/docs/figures/paper_M2_varian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178308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 A_paired__D_paired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paired numerator + paired denominator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wrong&gt;correct gap +0.040, 22/22 cells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▷ A_raw__D_all (pre-M1 marginal)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gap −0.028 (wrong &lt; correct, 8/22)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gt==anchor confound이 신호 역전시킴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선택: A_paired__D_paired (M2)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3 Problem Definition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+ Anchor Inventory (§4)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datasets · FLUX-rendered digit anchor + masked + neutral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371600"/>
                <a:gridCol w="365760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샘플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selection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VQAv2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17,730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∈ {0..9} (range-restricted)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[done] 7-model main + 7-model strengthen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TallyQA 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≈11,200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|a−gt| ≤ 5 (S1)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[in flight] E5b 1-model + E5e 1/3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1–1000+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|a−gt| ≤ max(1, 0.10·gt)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[done] E5e 3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MathVista (integer)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relative_s1 (same)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[done] gamma-alpha 3 models (2026-04-29)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생성 파이프라인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61772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FLUX로 480×480 anchor 이미지 생성 ({0..10000} 중 128개) →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동일 이미지에 OpenCV Telea inpaint로 디지트 픽셀만 가림 →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FLUX로 디지트 없는 자연 장면 이미지 별도 생성 →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4 Datasets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× Plausibility Window (E5b)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wrong-base에서 anchor 거리가 가까울수록 adoption ↑</a:t>
            </a:r>
            <a:endParaRPr lang="en-US" sz="1600" dirty="0"/>
          </a:p>
        </p:txBody>
      </p:sp>
      <p:pic>
        <p:nvPicPr>
          <p:cNvPr id="4" name="Image 0" descr="/mnt/ddn/prod-runs/thyun.park/src/vlm_anchroing/docs/figures/E5b_adopt_cond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77240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87452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[|a-gt| ≤ 1] 가장 큰 effect, S5 [301+]에서 노이즈 floor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VQAv2 wrong-base S1 =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S5 = 0.003 (44× 차이)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TallyQA wrong-base S1 =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0.092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S5 = 0.000 (∞ 차이)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결론: anchor가 plausible할 때만 effect 발생.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Distance &amp; Plausibility Window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overlay (E5b)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VQAv2 / TallyQA wrong-base만 같은 그래프에</a:t>
            </a:r>
            <a:endParaRPr lang="en-US" sz="1600" dirty="0"/>
          </a:p>
        </p:txBody>
      </p:sp>
      <p:pic>
        <p:nvPicPr>
          <p:cNvPr id="4" name="Image 0" descr="/mnt/ddn/prod-runs/thyun.park/src/vlm_anchroing/docs/figures/E5b_adopt_cond_over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77240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87452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데이터셋의 baseline 정확도가 매우 다름: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acc(b) VQAv2 0.62 vs TallyQA 0.21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그럼에도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곡선의 모양은 동일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image domain에 의존하지 않는 효과.
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→ S5 단조 감소가 cross-dataset robust.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Distance &amp; Plausibility Window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Digit-pixel causality (E5c)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− masked gap → 디지트 픽셀이 effect의 인과</a:t>
            </a:r>
            <a:endParaRPr lang="en-US" sz="1600" dirty="0"/>
          </a:p>
        </p:txBody>
      </p:sp>
      <p:pic>
        <p:nvPicPr>
          <p:cNvPr id="4" name="Image 0" descr="/mnt/ddn/prod-runs/thyun.park/src/vlm_anchroing/docs/figures/E5c_anchor_vs_masked_ado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00200"/>
            <a:ext cx="5852160" cy="4297680"/>
          </a:xfrm>
          <a:prstGeom prst="rect">
            <a:avLst/>
          </a:prstGeom>
        </p:spPr>
      </p:pic>
      <p:pic>
        <p:nvPicPr>
          <p:cNvPr id="5" name="Image 1" descr="/mnt/ddn/prod-runs/thyun.park/src/vlm_anchroing/docs/figures/E5c_correct_vs_wrong_adop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00200"/>
            <a:ext cx="548640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디지트 픽셀만 가렸을 뿐 배경은 동일 → adopt 큰 폭 감소. background 자체는 generic distractor 정도의 영향만.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Distance &amp; Plausibility Window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Direction-follow는 distance-invariant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anchor와 masked가 거의 동일 — generic 2-image distraction artifact</a:t>
            </a:r>
            <a:endParaRPr lang="en-US" sz="1600" dirty="0"/>
          </a:p>
        </p:txBody>
      </p:sp>
      <p:pic>
        <p:nvPicPr>
          <p:cNvPr id="4" name="Image 0" descr="/mnt/ddn/prod-runs/thyun.park/src/vlm_anchroing/docs/figures/E5c_anchor_vs_masked_d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77240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874520"/>
            <a:ext cx="3291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관찰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df_cond는 S1~S5 거의 동일 (S1=0.36, S5=0.37)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anchor와 masked의 df_cond도 거의 일치 (gap ≤ 0.005)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'sign-based 방향 일치'는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번째 이미지가 있다는 사실 자체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비롯된 generic perturbation.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정작 디지트 effect는 adopt에 집중.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Distance &amp; Plausibility Window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Per-dataset cutoff 검증 (E5d)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ChartQA: S1-only relative · MathVista: C3 FAIL (γ-α로 이전)</a:t>
            </a:r>
            <a:endParaRPr lang="en-US" sz="1600" dirty="0"/>
          </a:p>
        </p:txBody>
      </p:sp>
      <p:pic>
        <p:nvPicPr>
          <p:cNvPr id="4" name="Image 0" descr="/mnt/ddn/prod-runs/thyun.park/src/vlm_anchroing/docs/figures/E5d_chartqa_dec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600200"/>
            <a:ext cx="5852160" cy="4297680"/>
          </a:xfrm>
          <a:prstGeom prst="rect">
            <a:avLst/>
          </a:prstGeom>
        </p:spPr>
      </p:pic>
      <p:pic>
        <p:nvPicPr>
          <p:cNvPr id="5" name="Image 1" descr="/mnt/ddn/prod-runs/thyun.park/src/vlm_anchroing/docs/figures/E5d_mathvista_dec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600200"/>
            <a:ext cx="548640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ChartQA: [done] S1-only |a-gt| &lt;= max(1, 0.1*gt) 채택.   MathVista E5d: [!] 모든 stratum diffuse -&gt; C3 FAIL -&gt; gamma-alpha로 cross-model 재검증.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Distance &amp; Plausibility Window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× cross-dataset (E5e)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wrong-base S1 adopt_rate (M2) heatmap</a:t>
            </a:r>
            <a:endParaRPr lang="en-US" sz="1600" dirty="0"/>
          </a:p>
        </p:txBody>
      </p:sp>
      <p:pic>
        <p:nvPicPr>
          <p:cNvPr id="4" name="Image 0" descr="/mnt/ddn/prod-runs/thyun.park/src/vlm_anchroing/docs/figures/paper_cross_dataset_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110642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Distance &amp; Plausibility Window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MathVista γ-α — categorical-replace regime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gemma3-27b adopt(a, wrong-base) = 0.194 — 본 프로그램에서 가장 큰 단일 셀</a:t>
            </a:r>
            <a:endParaRPr lang="en-US" sz="1600" dirty="0"/>
          </a:p>
        </p:txBody>
      </p:sp>
      <p:pic>
        <p:nvPicPr>
          <p:cNvPr id="4" name="Image 0" descr="/mnt/ddn/prod-runs/thyun.park/src/vlm_anchroing/docs/figures/paper_E5e_mathvista_ba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554480"/>
            <a:ext cx="685800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691640"/>
            <a:ext cx="4297680" cy="42976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0" y="1691640"/>
            <a:ext cx="73152" cy="42976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regime의 발견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0" y="2194560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Graded-tilt (VQAv2/TallyQA/ChartQA)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anchor가 search direction을 비례적 이동 → df 큼, adopt 작음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Categorical-replace (MathVista)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anchor가 base 답을 통째로 교체 → adopt 큼, df = 0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gemma3-27b 모델 + MathVista 조합에서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0.194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기록. 디지트 픽셀 인과 (a − m gap = </a:t>
            </a:r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+15.2 pp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보존.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5 Distance &amp; Plausibility Window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Confidence-modulated anchoring (L1, §6)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prediction의 entropy ↑ → anchor pull ↑ (graded)</a:t>
            </a:r>
            <a:endParaRPr lang="en-US" sz="1600" dirty="0"/>
          </a:p>
        </p:txBody>
      </p:sp>
      <p:pic>
        <p:nvPicPr>
          <p:cNvPr id="4" name="Image 0" descr="/mnt/ddn/prod-runs/thyun.park/src/vlm_anchroing/docs/figures/paper_L1_confidence_quart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554480"/>
            <a:ext cx="777240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78308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방법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base inference에서 답 토큰의 top-k entropy 계산 → 모델·데이터셋 cell마다 4분위로 나눔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가장 confident 25%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= 가장 uncertain 25%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헤드라인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Q4 − Q1 mean df gap = </a:t>
            </a:r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+0.128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cells 중 18개가 fully monotone Q1&lt;Q2&lt;Q3&lt;Q4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 Confidence Modulation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vs Q4 — worked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E5c VQAv2 wrong-base S1, llava-interleave-7b, entropy_top_k 기준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2103120"/>
                <a:gridCol w="21031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어떤 records?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정답률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adopt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direction-follow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confident (entropy 낮음)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 (대부분 정답)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upper-middle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lower-middle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가장 uncertain (entropy 높음)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 (대부분 오답)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(Q4−Q1)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−0.70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00"/>
                          </a:solidFill>
                        </a:rPr>
                        <a:t>+0.070 (+7.0 pp)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00"/>
                          </a:solidFill>
                        </a:rPr>
                        <a:t>+0.074 (+7.4 pp)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26280"/>
            <a:ext cx="1124712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526280"/>
            <a:ext cx="73152" cy="13716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461772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관계: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A의 wrong/correct binary는 confidence quartile의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projection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Q1 mean exact_match=0.77 (정답 ∼ correct), Q4 mean=0.07 (오답 ∼ wrong).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quartile은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 / lucky correct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같은 예외 케이스를 더 정밀하게 분리한다.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 Confidence Modulation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mass 4-archetype (E1 + E1b)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모델 panel n=200 stratified — peak 위치 + δ + 메커니즘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1828800"/>
                <a:gridCol w="21945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(anchor − neutral)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메커니즘 (budget decomposition)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SigLIP-Gemma early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SigLIP-So (gemma4-e4b)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 / 42 (12% depth)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 (δ_text −0.038)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CLIP-ViT (llava-1.5)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L16 /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InternViT (internvl3-8b)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L14 / 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Mid-stack 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 (convllava-7b)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L16 /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 (H3 falsified)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Qwen-ViT 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Qwen-ViT (qwen2.5-vl-7b)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L22 / 28 (82%)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target-stealing (anchor takes from target image)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FastVLM 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FastViT (fastvlm-7b)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text-stealing, A7 gap +0.086 (n=75)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937760"/>
            <a:ext cx="73152" cy="11887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029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("ConvNeXt &lt; ViT") falsified — 3개 다른 encoder가 같은 mid-stack text-stealing profile.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"post-projection LLM stack depth"가 axis (H6: 2-axis decomposition).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7 Attention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ablation (E1d)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single-layer null · stack-wide breaks fluency · upper-half mitigation locus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237744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 모드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direction_follow (6 모델)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Fluency 영향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ablate_layer0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[−0.027, +0.005] — null on 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layer-0 control: 단일 레이어 효과 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ablate_peak (E1b 피크)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[−0.032, +0.020] — null on 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multi-layer redundancy 입증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ablate_lower_half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by archetype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→ 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아키텍처별 효과 다름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ablate_upper_half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[−0.115, −0.055] on 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on 4/6 (mid-stack + Qwen)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[selected] E4 prototype locus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ablate_all (stack-wide)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[−0.22, −0.11] universal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 on 3/6 (mean-dist 4–6×)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bound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937760"/>
            <a:ext cx="73152" cy="11887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029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anchor 효과는 stack 전반에 redundantly encoded — single-layer 차단은 무의미. upper-half multi-layer 차단만이 architecture-blind mitigation locus.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7 Attention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 "free lunch" (E4)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mid-stack cluster 3 모델 Phase 2 full validation: df ↓ · em ↑ · acc invariant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3108960"/>
                <a:gridCol w="24688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s* (chosen strength)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direction_follow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exact_match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accuracy_vqa(b)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llava-1.5-7b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0.258 → 0.212 (−17.7 % rel)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 → 0.342 (+0.77 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C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convllava-7b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 → 0.204 (−10.6 %)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0.352 → 0.365 (+1.30 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C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internvl3-8b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 → 0.097 (−5.8 %)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0.590 → 0.595 (+0.49 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C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434840"/>
            <a:ext cx="73152" cy="173736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6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 lunch" 의미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5029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↓ 함과 동시에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em이 오히려 상승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(anchor에 끌렸던 wrong 답을 회복) → mitigation으로 </a:t>
            </a:r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 손실 없음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condition (no anchor) 의 acc는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완전히 invariant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anchor-condition-specific hook (single-image inference에 영향 0).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7 Attention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(§8)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VLM/LLM architectural diff 가 가장 priority 높음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94360" cy="594360"/>
          </a:xfrm>
          <a:prstGeom prst="oval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vs LLM architectural diff (preferred)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VLM의 anchor pull은 vision encoder → projection → LLM stack의 mid-stack에서 일어남 (E1b). LLM에 anchor를 text로 줬을 때 어느 layer 분포에서 통합되는가? Layer-wise integration profile 비교로 architectural diff 입증.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94360" cy="594360"/>
          </a:xfrm>
          <a:prstGeom prst="oval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text anchor 비교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6576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anchor를 image로 줬을 때 vs. 동일 anchor value를 텍스트로 줬을 때 effect 차이. cross-modal vs text-only LLM anchoring 정량 비교.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594360" cy="594360"/>
          </a:xfrm>
          <a:prstGeom prst="oval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4617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Reasoning-mode VLM (γ-β)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 thinking 모드 활성화 + MathVista. reasoning chain 안에서 anchor가 amplify/suppress 되는가? VLMBias 의 "reasoning models can be more biased" 를 cross-check.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8 Future 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numerical anchoring in VLMs is
</a:t>
            </a:r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uncertainty-modulated graded pull,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concentrating on a digit-pixel cue,
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mitigated by an encoder-blind upper-half locus —
</a:t>
            </a:r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sacrificing accuracy.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4480" y="3749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41148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&gt; correct on direction-follow +6.9–19.6 pp · L1 confidence quartile Q4-Q1 +0.128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80760" y="374904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086600" y="3749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86600" y="41148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− masked gap 0.5–15 pp on wrong-base S1 across 4 datasets · digit-pixel는 effect의 인과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5448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Mechanistic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5440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archetypes의 attention peak · upper-half ablation −5.5 to −11.5 pp on 6/6 architecture-blind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507492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8660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5440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mid-stack cluster 3-model: df −5.8 to −17.7 % rel · em +0.5 to +1.3 pp · acc invariant — "free lunch"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2026 Main · ARR May 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Cross-modal anchoring in VLMs — paper summary</dc:title>
  <dc:subject>PptxGenJS Presentation</dc:subject>
  <dc:creator>vlm_anchoring (2026-04-29)</dc:creator>
  <cp:lastModifiedBy>vlm_anchoring (2026-04-29)</cp:lastModifiedBy>
  <cp:revision>1</cp:revision>
  <dcterms:created xsi:type="dcterms:W3CDTF">2026-04-28T14:52:10Z</dcterms:created>
  <dcterms:modified xsi:type="dcterms:W3CDTF">2026-04-28T14:52:10Z</dcterms:modified>
</cp:coreProperties>
</file>