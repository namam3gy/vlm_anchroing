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VLM의 교차모달 숫자 anchoring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in vision-language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uncertainty-modulated graded pull · digit-pixel 인과성 · upper-half free-lunch mitigation · reasoning이 anchoring을 강화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6F2"/>
                </a:solidFill>
              </a:rPr>
              <a:t>EMNLP 2026 Main · ARR May 25 target</a:t>
            </a:r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</a:rPr>
              <a:t>  ·  </a:t>
            </a:r>
            <a:pPr indent="0" marL="0">
              <a:buNone/>
            </a:pPr>
            <a:r>
              <a:rPr lang="en-US" sz="1300" dirty="0">
                <a:solidFill>
                  <a:srgbClr val="F8F6F2"/>
                </a:solidFill>
              </a:rPr>
              <a:t>12 open-weight VLM · 4 numeric VQA dataset · ~1.6M generations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§1-§8 종합 요약 · 한국어판 (확장) · 2026-04-29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(TL;DR)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 Headline · 3-pillar claim + free-lunch mitigation + γ-β reasoning hook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94415" cy="777240"/>
          </a:xfrm>
          <a:prstGeom prst="rect">
            <a:avLst/>
          </a:prstGeom>
          <a:solidFill>
            <a:srgbClr val="E8ECF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-5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VLM에 무관한 숫자 이미지를 함께 주면 예측이 그 숫자 쪽으로 끌립니다. 이 효과는 categorical capture가 아닌 graded pull, base-prediction 불확실성에 비례, anchor 이미지의 digit pixel이 인과적입니다.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7621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2570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vs. categorical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31190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direction-follow이 correct-base보다 +6.9~+19.6 pp 큼 (7/7 모델). 그러나 paired adopt(literal copy)는 2-7%에 불과 — 모델은 anchor 숫자를 그대로 출력하지 않고 자기 baseline 예측을 anchor 쪽으로 ‘기울일’ 뿐.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7738" y="2240280"/>
            <a:ext cx="357621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6338" y="24688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633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76418" y="2468880"/>
            <a:ext cx="2570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인과성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6338" y="3108960"/>
            <a:ext cx="31190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이미지에서 숫자 픽셀만 OpenCV Telea inpaint로 지우면 효과가 generic 2-image distractor 수준으로 떨어짐. 배경 scene이 아니라 digit pixel이 원인. 4-model E1-patch에서 fair share 대비 +24~+40 pp 집중.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66837" y="2240280"/>
            <a:ext cx="357621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5437" y="24688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35517" y="2468880"/>
            <a:ext cx="2570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Confidence-modulated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5437" y="3108960"/>
            <a:ext cx="31190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answer-token entropy로 4분위 분할하면 direction-follow가 단조 증가 (mean Q4-Q1 = +15.2 pp, 23/35 cell에서 fully monotone). Phase-A wrong/correct 이분법은 이 연속 구조의 거친 투영.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455768" cy="1371600"/>
          </a:xfrm>
          <a:prstGeom prst="rect">
            <a:avLst/>
          </a:prstGeom>
          <a:solidFill>
            <a:srgbClr val="FAEDEA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46320"/>
            <a:ext cx="509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Free-lunch mitigation (§7.4)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50900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stack의 upper-half attention re-weighting (E4 Phase 2, n=88,650/모델, mid-stack-cluster 3 모델). df −5.8~−14.6% relative ↓ · exact_match +0.49~+1.30 pp ↑ · target_only accuracy 불변 — anchor pathway에만 작용.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7288" y="4754880"/>
            <a:ext cx="5455768" cy="1371600"/>
          </a:xfrm>
          <a:prstGeom prst="rect">
            <a:avLst/>
          </a:prstGeom>
          <a:solidFill>
            <a:srgbClr val="E8ECF5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0168" y="4846320"/>
            <a:ext cx="509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γ-β: reasoning은 anchor를 더 강화 (§8.1)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70168" y="5212080"/>
            <a:ext cx="50900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Qwen3-VL-8B-Instruct vs Thinking, MathVista — Thinking이 adopt ×1.6, df ×2.9. text-only LRM-judging 결과 (Wang 2025)와 일치하는 multimodal counterpart. existence proof.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TL;DR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 — 인지과학에서 LLM, 그리고 VLM으로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motivation: humans anchor on irrelevant numerical cues, LLM도 그렇다 — VLM은?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실세계 멀티이미지 prompt — 화면 캡처, 앨범, 문서 스캔. 그중 하나가 무관한 숫자 이미지라면 모델은 흔들리는가?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3717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37178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Cognitive science prior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Tversky-Kahneman 1974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&amp; adjustment heuristic — 무관한 숫자에도 인간 추정이 끌림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Mussweiler-Strack 1997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accessibility model — anchor가 search-space의 candidate로 들어가서 답에 ‘blend’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Jacowitz-Kahneman 1995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plausibility-window account — 그럴듯한 거리 안에서만 anchor가 작동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68698" y="2011680"/>
            <a:ext cx="363717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8698" y="2011680"/>
            <a:ext cx="3637178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0138" y="201168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LLM-only literature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05858" y="251460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Jones-Steinhardt 2022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05858" y="278892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GPT-3/Codex/CodeGen에서 anchoring + framing + availability 6 biases 측정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05858" y="33832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Echterhoff 2024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05858" y="365760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Findings — 13,465 prompt × 5 bias × 4+ model + BiasBuster debias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05858" y="425196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Lou-Sun 2024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05858" y="4526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LLM이 더 anchor — capability ≠ robustness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05858" y="512064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2025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05858" y="539496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A-Index, R-Error metric (본 논문 metric의 비교 대상)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05858" y="598932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2025 (LRM)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05858" y="626364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models이 several biases에 더 취약 — 본 논문 §8.1 γ-β의 motivation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88757" y="2011680"/>
            <a:ext cx="363717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8757" y="2011680"/>
            <a:ext cx="3637178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0197" y="201168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본 논문이 다루는 gap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5917" y="251460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VLM에서의 cross-modal numerical anchoring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5917" y="278892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 rendered-digit image (semantic label 없음) × 무관 target 이미지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5917" y="33832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regression-style numeric shift 측정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5917" y="365760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ASR/classification flip 아닌 ‘pa−pb’ 회귀형 — Jacowitz-Kahneman과 직접 호환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25917" y="425196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인지과학 grounding 유지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5917" y="4526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(§5.2/§6) + plausibility (§5.3) + digit-pixel (§5.4) — 3-gate가 모두 동작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이 anchoring 효과가 image modality로 전이되는가? answer label 없이 숫자만 그려진 이미지 하나가, 별개의 target 이미지에 함께 주어졌을 때 예측을 어떻게 흔드는가?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· Motivation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매트릭스 — 기존 멀티모달 bias 연구와 무엇이 다른가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§1.2 + §2 — 본 논문이 unmeasured했던 정확한 위치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377440"/>
                <a:gridCol w="387065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자극 (cue 형태)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논문과의 차이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VLMBias (Vo, Nguyen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memorized-subject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(예: ‘Aston Martin DB5’)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counterfactual counting flip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label 있음 vs. 우리는 단일 숫자 (label 없음)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flip vs. 우리는 regression-style numeric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Typographic attacks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(Goh 2021 / Wang 2025 NAACL / Hufe 2025 Dyslexify)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class-label text를 target 위에 paste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(classification flip)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target에 paste vs. 우리는 별개의 anchor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vs. 우리는 anchor pull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 control(masked arm) 없음 vs. 우리는 inpaint mask로 분리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FigStep (Gong AAAI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instruction을 image로 렌더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 우회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rendered-text 메커니즘 공유, 그러나 numeric estimation이 아닌 jailbreak 표적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AIpsych (Liu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psychology-grounded VLM bias 평가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sycophancy / authority / consistency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anchoring은 covered되지 않음 — 본 논문의 cross-modal anchoring과 직접 겹치지 않음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CIVET (Rizzoli EMNLP F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understanding 평가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bias 등 robustness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anchoring을 별도로 측정하지 않음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Tinted Frames (Fan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question-form framing 변형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framing-effect 응답 변화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framing이지 cross-modal numerical anchoring이 아님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Weng EMNLP 2024 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(causal mediation + 22% mitigation)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hallucination causal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behavioural + 22% 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 template 동일 (behavioural+mechanism+mitigation) — 본 논문이 해당 template를 cross-modal anchoring에 적용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2025 A-Index, R-Error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anchor (LLM)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text-only LLM anchoring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비교 대상으로 reuse, modality는 image로 확장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— VLMBias가 가장 가까운 이웃이지만 (a) cue 형태 (semantic label vs digit-only), (b) metric (flip vs regression shift), (c) 인과 control (없음 vs masked arm)에서 load-bearing한 차이.   인지과학 framing 유지가 본 논문의 분석 깊이를 결정한다.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§1.2 / §2 · Novelty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셋업 — 4-condition 자극 (per sample_instance)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· 동일한 (target, question) 위에 두 번째 이미지를 b/a/m/d로 바꿔 출력 비교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8216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6821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target_only</a:t>
            </a:r>
            <a:endParaRPr lang="en-US" sz="1200" dirty="0"/>
          </a:p>
        </p:txBody>
      </p:sp>
      <p:pic>
        <p:nvPicPr>
          <p:cNvPr id="7" name="Image 0" descr="/mnt/ddn/prod-runs/thyun.park/src/vlm_anchroing/inputs/vqav2_number_val/images/000000000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2499284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4992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이미지 없음 (baseline)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26821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3684" y="1417320"/>
            <a:ext cx="2682164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684" y="1417320"/>
            <a:ext cx="26821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target + anchor</a:t>
            </a:r>
            <a:endParaRPr lang="en-US" sz="1200" dirty="0"/>
          </a:p>
        </p:txBody>
      </p:sp>
      <p:pic>
        <p:nvPicPr>
          <p:cNvPr id="12" name="Image 1" descr="/mnt/ddn/prod-runs/thyun.park/src/vlm_anchroing/inputs/irrelevant_number/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24" y="1874520"/>
            <a:ext cx="2499284" cy="1463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5124" y="3429000"/>
            <a:ext cx="24992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FLUX-쉬넬 1024² 1-step rendering — Arabic numeral 1개 (예: 3)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13684" y="3886200"/>
            <a:ext cx="26821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78728" y="1417320"/>
            <a:ext cx="2682164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78728" y="1417320"/>
            <a:ext cx="26821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target + masked</a:t>
            </a:r>
            <a:endParaRPr lang="en-US" sz="1200" dirty="0"/>
          </a:p>
        </p:txBody>
      </p:sp>
      <p:pic>
        <p:nvPicPr>
          <p:cNvPr id="17" name="Image 2" descr="/mnt/ddn/prod-runs/thyun.park/src/vlm_anchroing/inputs/irrelevant_number_masked/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1874520"/>
            <a:ext cx="2499284" cy="1463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0168" y="3429000"/>
            <a:ext cx="24992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anchor scene을 PaddleOCR-bbox + Telea inpaint로 digit pixel만 제거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78728" y="3886200"/>
            <a:ext cx="26821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pred_m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43771" y="1417320"/>
            <a:ext cx="2682164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3771" y="1417320"/>
            <a:ext cx="26821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target + neutral</a:t>
            </a:r>
            <a:endParaRPr lang="en-US" sz="1200" dirty="0"/>
          </a:p>
        </p:txBody>
      </p:sp>
      <p:pic>
        <p:nvPicPr>
          <p:cNvPr id="22" name="Image 3" descr="/mnt/ddn/prod-runs/thyun.park/src/vlm_anchroing/inputs/irrelevant_neutral/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211" y="1874520"/>
            <a:ext cx="2499284" cy="1463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211" y="3429000"/>
            <a:ext cx="24992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scene-stylistic distribution은 anchor와 매칭, 숫자 없음 (generic 2-image distractor)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143771" y="3886200"/>
            <a:ext cx="26821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434840"/>
            <a:ext cx="11094415" cy="1691640"/>
          </a:xfrm>
          <a:prstGeom prst="rect">
            <a:avLst/>
          </a:prstGeom>
          <a:solidFill>
            <a:srgbClr val="E8ECF5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45262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핵심 비교 (condition gap)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489204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①  (a − d)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anchoring vs. generic 2-image distraction 분리 — digit 자체가 핵심인지 검증.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②  (a − m)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digit pixel만의 기여 — 같은 scene을 inpaint한 m을 빼면 픽셀 효과 분리.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③  ((a, base-wrong) − (a, base-correct))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uncertainty modulation (Phase A 이분법; §6에서 entropy 4분위로 연속화).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· Setup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자극 인벤토리 + Prompt + Decoding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 + §3.3 — 재현 가능한 stimuli/prompt/decoding 명세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stimulus 인벤토리 (각 128 PNG)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▸ Anchor 인벤토리 (`a`)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FLUX.1-schnell · 1024×1024 · 1 inference step · guidance scale 0.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filename = digit value (예: `5.png`). 각 PNG는 단일 Arabic numeral 한 개를 그린 random scene.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▸ Mask 인벤토리 (`m`)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각 anchor의 ‘digit pixel region만 inpaint’한 counterpart.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PaddleOCR로 digit bbox 추출 → dilated bbox 영역에 OpenCV Telea inpaint 적용.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Synthetic-bbox fallback. OCR-validated post-inpaint (digit 미검출 보장).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▸ Neutral 인벤토리 (`d`)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FLUX-rendered digit-free image, scene-stylistic distribution은 anchor와 matched.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generic 2-image distractor 역할 — “두 번째 이미지가 있어서 산만한가”의 baseline.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▸ Release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 인벤토리 모두 코드 + FLUX seed + OpenCV inpaint 파라미터와 함께 공개 (§1.7).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4406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7160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+ Decoding (§3.3)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5212080" cy="2743200"/>
          </a:xfrm>
          <a:prstGeom prst="rect">
            <a:avLst/>
          </a:prstGeom>
          <a:solidFill>
            <a:srgbClr val="F8F6F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system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visual question answering system. Return valid JSON only in the form </a:t>
            </a:r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{"result": &lt;number&gt;}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Use a numeric JSON value for &lt;number&gt;, not a string. Do not output any other keys, words, explanation, or markdown. If uncertain, still output the single most likely number in that JSON format.
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user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the question using the provided image(s). Return JSON only in the form </a:t>
            </a:r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{"result": &lt;number&gt;}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Question: {question}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47548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Decoding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temperature 0 · top_p 1 · greedy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max_new_tokens=8 (non-thinking 모델)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max_new_tokens=512 (Qwen3-VL Thinking γ-β만, </a:t>
            </a:r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&lt;/think&gt;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post-trace 파싱)
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Single-prompt run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— paraphrase robustness (3-5 prompt × bootstrap CI)는 §8.4 limitations에서 disclose.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 / §3.3 · Stimuli + Prompt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M2 metrics (C-form, 2026-04-28 확정)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+ §3.6 · 모든 §5/§6/§7 표가 이 정의 + 폐기된 두 후보(anchor·gt / pb·gt)와의 비교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400800" cy="49377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핵심 지표 (per (model, dataset, condition) cell)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adopt_rate (M2 paired)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943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#(pa = anchor AND pb ≠ anchor) / #(pb ≠ anchor)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 예측이 anchor와 다른 샘플 중, anchor 추가 후 anchor 값을 그대로 출력하는 비율 (literal copy).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분모에서 base-prediction confound 제거 — 우연히 base가 anchor와 같았던 케이스 빼고 계산.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direction_follow_rate (C-form)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5943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 (pa − pb) · (anchor − pb) &gt; 0  AND  pa ≠ pb ) / #(numeric pair AND anchor present)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예측이 baseline에서 anchor 방향으로 움직였는지의 sign-based 측정 (gt 미사용).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pa가 pb 기준으로 anchor 쪽 부호로 이동했으면 1, 아니면 0. stimulus draw에 robust.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5943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#(pa = gt) / #(numeric pair)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486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조건에서의 정답 일치율 (per-arm accuracy).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anchoring으로 떨어진 정확도를 직접 측정 — §7.4 mitigation 결과 검증에 사용.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4709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371600"/>
            <a:ext cx="470916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3716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C-form? — 폐기된 2 후보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874520"/>
            <a:ext cx="4434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✗ anchor·gt form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(pa−gt)·(anchor−gt) &gt; 0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→ pa와 anchor가 gt 같은 쪽인지. anchor draw에 따라 indicator 흔들림 (특히 VQAv2처럼 gt와 anchor 분포가 겹치는 dataset에서). M1 era 결과 폐기, 2026-04-28 reaggregate.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✗ pb·gt form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(pb−gt)·(pa−gt) &gt; 0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→ anchor가 formula에 등장하지 않음. pb-stickiness만 측정. metric 이름과 conflict, 폐기.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✓ C-form 선택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(pa−pb)·(anchor−pb) &gt; 0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→ 모델 출력 + anchor draw에만 의존 (gt 미사용). dataset 간 비교 robust. 207 cell migration audit 후 모든 paper-tier 결과 보존 또는 강화 — 가장 큰 변화는 L1 confidence quartile mean Q4-Q1 (0.128 → 0.152).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per-row flag (anchor_adopted / anchor_direction_followed / pred_b_equal_anchor / pred_diff_from_base / numeric_distance_to_anchor / *_moved)을 predictions.jsonl에 persist + driver schema parity 회귀 테스트 — silent zeroing은 재발 불가 (§3.5).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/ §3.6 · Metrics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4종 numeric VQA + per-dataset cutoff rule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— VQAv2 / TallyQA / ChartQA / MathVista, integer-GT 부분집합 (require_single_numeric_gt)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1371600"/>
                <a:gridCol w="2011680"/>
                <a:gridCol w="323057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범위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필터된 샘플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/ 비고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 이미지 counting / numeric VQA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큰 counting VQA — primary 메인 패널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under 가림/모호 (자연 이미지)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(≤8 cap)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38,245 (test number-type)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난이도가 더 높음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QA, numeric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1–1000+ (integer subset)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타겟 안에 정답 숫자가 ‘legible’하게 보이는 케이스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reasoning (diagram + chart)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1–1000 (integer)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(testmini integer)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math-reasoning prompt → 본 논문 panel-largest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657600"/>
            <a:ext cx="11185855" cy="246888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49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Per-dataset distance cutoff (E5d 단일 reference 모델로 검증 → cross-model 패널 적용)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1371600"/>
                <a:gridCol w="39620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Cutoff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− gt| ≤ 5  (anchor ∈ {0..9} → range overlap)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적용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− gt| ≤ 5  (cap된 GT range 활용)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적용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− gt| ≤ max(1, 0.10·gt)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E5d C3-validated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relative_s1 — ChartQA와 같은 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단일-stratum 설계 (γ-α / γ-β)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 — VQAv2/TallyQA는 GT가 좁은 range (0-15)에 갇혀 있어 absolute가 자연스럽고, ChartQA/MathVista는 GT가 1-1000 wide range라 relative cutoff이 필요. 이 inductive choice가 §8.4 limitations에 disclose.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Datasets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패널 (12) · Sample size · Compute 예산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+ §4.4 + §4.5 — 7+ open-weight 메인 + 메커니즘/mitigation/γ-β 서브패널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64592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메커니즘 (SigLIP archetype)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CLIP-ViT-L/14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mid-stack-cluster + Phase-A 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LLaVA-Next-Interleaved-7b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CLIP-ViT-L/14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E5b/E5c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InternViT-300M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mid-stack-cluster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mid-stack-cluster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(4번째 archetype)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SigLIP-So-400m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E5e (panel-leading)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Gemma4-31b-it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 multimodal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E5e (가장 anchor 저항적)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 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γ-β instruct 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Qwen3-VL-30b-A3B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30B (3B active)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 MoE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 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γ-β reasoning-mode 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71600"/>
            <a:ext cx="3931920" cy="237744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(paper §4.4)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17830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메인 패널 (b/a/d):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VQAv2 17,730 × 3 cond × 7 model = 372,330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Strengthen-prompt: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+372,330 (paraphrase robustness)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E5b distance / E5c digit-mask: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VQAv2+TallyQA × 1k × 12-18 cond = 36k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E5e ChartQA + TallyQA + MathVista: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~ 470k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E1 / E1d 메커니즘: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200 × 6 model × 7 mode × 3 cond ≈ 28,800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E4 Phase 2 mitigation: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17,730 × 5 cond × 3 model = 265,950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Total: 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~ 1.6M model generations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3886200"/>
            <a:ext cx="3931920" cy="224028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envelope (§4.5)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42519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Hardware: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8 × NVIDIA H200 (1 GPU shared with vLLM Qwen2.5-32B reserve ~55% VRAM, ~60GB usable)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메모리 hygiene: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del runner / gc.collect() / torch.cuda.empty_cache() — 8B BF16 모델 sequential load OOM 방지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메인 패널 wall-clock: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~ 6h (7 model × VQAv2)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E4 Phase 2 wall-clock: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~ 16h/모델 (mid-stack-cluster 3 모델)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γ-β Thinking: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~ 45 min (1,540 generation, 20.8 tok/s)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Total project envelope: 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~ 5,760 GPU-hour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/ §4.4 / §4.5 · Models + Compute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메인 패널 — 7 모델 × VQAv2 number (n=17,730 each)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C-form direction-follow는 모든 모델에서 양수 — anchoring은 패널 전반에서 검출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 C-form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Qwen3-VL-30b-A3B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Gemma4-31b-it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371600"/>
            <a:ext cx="4114800" cy="24231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1 — df(a) &gt; 0 on every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26680" y="178308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모델에서 0.085~0.274 범위. C-form metric은 baseline-relative shift을 panel 전반에서 검출. 가장 강한 모델(gemma4-e4b)이 ×3.2배 큰 effect.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3886200"/>
            <a:ext cx="4114800" cy="224028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2 — adopt(a) &lt;&lt; df(a)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26680" y="429768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copy는 2-7%에 불과. 효과의 mass는 graded shift에 있고, 모델은 anchor 숫자를 그대로 출력하지 않음. → §1.3 ‘categorical capture가 아닌 graded pull’의 직접 증거.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5486400"/>
            <a:ext cx="11185855" cy="548640"/>
          </a:xfrm>
          <a:prstGeom prst="rect">
            <a:avLst/>
          </a:prstGeom>
          <a:solidFill>
            <a:srgbClr val="F8F6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패턴은 (a − d) condition gap 수준에서도 유지 — anchor가 generic 2-image distractor 위에 ‘추가’ anchor pull을 더한다. (a − d)는 모든 모델에서 양수.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Main panel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wrong-base vs correct-base 비대칭 (Phase 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 예측이 틀렸던 샘플에서 anchor 효과가 훨씬 큼 — 7/7 모델 모두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− 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(moved-closer rate)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+19.6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Qwen3-VL-30b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Gemma4-31b-it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17320"/>
            <a:ext cx="5029200" cy="47091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12280" y="1828800"/>
            <a:ext cx="47548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1) Anchoring concentrates on items where the model would have been wrong without the anchor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— base-prediction entropy가 가장 높은 cohort.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이 binary decomposition은 §6에서 answer-token entropy 4분위라는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연속 confidence proxy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로 정밀화 (mean Q4-Q1 = +15.2 pp on direction-follow).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3) 인지과학 대응: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Mussweiler-Strack의 selective accessibility model — anchor가 search-space의 candidate로 들어가서, 모델이 자기 prior에 의존하는 정도에 비례해 답에 </a:t>
            </a:r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</a:rPr>
              <a:t>blend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.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4) Novelty: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선행 anchoring 문헌(LLM, VLM 모두) 중 ‘base correctness별 분리’를 한 사례 없음 — A1이 본 논문의 가장 강한 intellectual hook.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Asymmetry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거리별 anchor 효과 (E5b) — plausibility window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− gt|을 5단계 stratum으로 분할 · llava-interleave-7b + qwen2.5-vl-7b × VQAv2 + TallyQA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88720"/>
                <a:gridCol w="1188720"/>
                <a:gridCol w="1463040"/>
                <a:gridCol w="109728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− gt|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llava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qwen2.5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 llava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 qwen2.5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[31,300]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[301,∞)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mnt/ddn/prod-runs/thyun.park/src/vlm_anchroing/docs/figures/E5b_adopt_con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17320"/>
            <a:ext cx="434340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60920" y="416052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E5b S1 peak / S5 floor (wrong-base 빨강 vs correct-base 파랑)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02920" y="3703320"/>
            <a:ext cx="6766560" cy="24231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37490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gate가 동시에 작동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4114800"/>
            <a:ext cx="6492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①  Uncertainty gate: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correct-base에서는 anchor가 끌어오지 못함 (S1에서도 ≤ 0.10).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②  Plausibility gate: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wrong-base여도 |a-gt| &gt; 5 (S3+) 이면 anchor 거부.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Cross-dataset robustness: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VQAv2 base accuracy 0.62 / 0.81 vs TallyQA 0.21 / 0.24 — base-accuracy 차이가 패턴을 바꾸지 않음. 두 architecturally distinct 모델 (llava-CLIP-ViT vs qwen2.5-Qwen-ViT) 모두에서 S1 peak / S3-S5 floor 형태가 동일. </a:t>
            </a:r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</a:rPr>
              <a:t>TallyQA S4/S5는 정확히 0.000 — implausible anchor는 완전 거부됨.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360920" y="4937760"/>
            <a:ext cx="4343400" cy="1188720"/>
          </a:xfrm>
          <a:prstGeom prst="rect">
            <a:avLst/>
          </a:prstGeom>
          <a:solidFill>
            <a:srgbClr val="FAEDE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gate의 product가 signature — 두 모델 family / 두 dataset에 걸쳐 재현됨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E5b distance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digit-pixel 인과성 (E5c) — anchor vs masked + (1,3,4)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× S1 paired adopt: 같은 scene을 inpaint한 m을 빼면 digit pixels의 순수 기여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adopt_cond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adopt_cond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m gap (digit-pixel 기여)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+6.1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mnt/ddn/prod-runs/thyun.park/src/vlm_anchroing/docs/figures/E5c_anchor_vs_masked_ad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17320"/>
            <a:ext cx="420624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0" y="3886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(●) vs masked (■) × wrong/correct base — llava-interleave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02920" y="3520440"/>
            <a:ext cx="6858000" cy="260604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3566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direction-consistent across models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393192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•  llava-interleave: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anchor &gt; masked 양수 (+6.1 / +2.5 pp). digit pixel이 paired adoption의 인과 경로.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•  qwen2.5-vl: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양 arm 모두 noise floor — §5.1 main-panel ranking에서 가장 anchor-resistant 모델 (df(a)=0.094)이라 E5c도 floor.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•  Reading: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‘pull이 검출 가능한 곳에서는 gap이 양수, pull이 floor면 gap도 floor’ — direction-consistent. gemma3-27b-it E5c VQAv2 cell pending (~5-6h H200) → mid-panel 모델이 llava-style인지 qwen-style인지 결정.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(1,3,4) comparison: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masked vs neutral의 acc_drop 차이는 1-2 pp뿐 → </a:t>
            </a:r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</a:rPr>
              <a:t>anchor scene 배경은 generic 2-image distractor 이상의 일을 하지 않음.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98080" y="4617720"/>
            <a:ext cx="4206240" cy="1463040"/>
          </a:xfrm>
          <a:prstGeom prst="rect">
            <a:avLst/>
          </a:prstGeom>
          <a:solidFill>
            <a:srgbClr val="FAEDE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위치-가능한 곳에서는 digit pixels이 인과 pathway. plausibility window 내 wrong-base S1 cell에서 검증.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Digit-pixel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Cross-dataset 확장 (E5e)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단일-stratum × b/a/m/d × 3 모델 × ChartQA + TallyQA + MathVista — a &gt; m 패턴이 dataset 전반에서 재현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00584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 C-form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df(m) C-form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mnt/ddn/prod-runs/thyun.park/src/vlm_anchroing/docs/figures/paper_E5e_mathvista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374904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0" y="4206240"/>
            <a:ext cx="3749040" cy="192024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9244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관찰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92440" y="45262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1) 3/3 모델이 모든 dataset에서 a &gt; m 보존 — digit-pixel causality 일반화.
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2) </a:t>
            </a:r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</a:rPr>
              <a:t>MathVista가 panel-largest cell.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 gemma3-27b-it adopt 0.176 / df 0.216 (전체-base S1).
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3) plausibility-window 패턴은 per-dataset cutoff (E5d)로 양적 검증.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5120640"/>
            <a:ext cx="7315200" cy="1005840"/>
          </a:xfrm>
          <a:prstGeom prst="rect">
            <a:avLst/>
          </a:prstGeom>
          <a:solidFill>
            <a:srgbClr val="F8F6F2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TallyQA × gemma3-27b-it (n=38,245, full integer subset, 2026-04-29 landed):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adopt(a)=0.027, df(a)=0.073 — 동시 panel-leading. inference 2026-04-28 23:28 완료 (예상 30-35h budget 대비 단축), C-form re-aggregate 2026-04-29.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E5e cross-dataset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MathVista — panel-largest cell + §5.6 three-gate signature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MathVista가 본 논문에서 가장 anchor pull이 큰 dataset · 3-gate conjunction이 cross-dataset signature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77840" cy="470916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MathVista wrong-base × S1 (panel-largest cell)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m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+17.9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0040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Why MathVista이 가장 큰가? — 추정 원인:
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(a)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math-reasoning prompt이 high model capability에서도 wrong-base entropy를 높임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(b)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gemma3-27b의 SigLIP-So-400m encoder는 typographic susceptibility로 알려져 있음 (§7.1 SigLIP-Gemma early peak).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</a:rPr>
              <a:t>— 둘 다 follow-up에서 testable.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47091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508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§5.6 — 3-gate conjunction이 signature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49440" y="19659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pull이 ‘base가 wrong이었을’ cohort에 집중 (Phase A +6.9~+19.6 pp wrong-correct on direction-follow).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3429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49440" y="3383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gate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49440" y="37033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pull이 approximate-magnitude window 안에서만 작동 (S1 peak / S5 floor on 두 dataset E5b, all 3 dataset E5d cutoff 검증).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49440" y="4800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gate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51206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window 내 operative cause는 digit pixels 자체 (E5c paired adopt gap +6.1 pp on VQAv2 wrong-base S1, +17.9 pp on MathVista wrong-base S1).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§5.5–§5.6 · 3-gate signature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confidence-modulated anchoring (L1 분석) — 3 proxy 비교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wrong/correct 이분법은 ‘answer-token entropy 4분위 monotone’의 거친 투영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  <a:gridCol w="350489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proxy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mean(adopt Q4 − Q1)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mean(df Q4 − Q1)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monotone Q1&lt;Q4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entropy_top_k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/ 35 (df), 10 / 35 (adopt)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softmax_top1_prob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34 (df), 5 / 34 (adopt)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top1_minus_top2_margin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34 (df), 7 / 34 (adopt)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1089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Q4 − Q1: 가장-uncertain 4분위 − 가장-confident 4분위. positive면 anchor pull이 less-confident base prediction에 더 큼.</a:t>
            </a:r>
            <a:endParaRPr lang="en-US" sz="10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2801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correctness mean(em_b)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adopt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direction-follow C-form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(most confident)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(least confident)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(Q4 − Q1)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349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E5c VQAv2 wrong-base S1 on llava-interleave-7b (Phase-A의 +7.2 pp binary gap에 대응되는 cell)</a:t>
            </a:r>
            <a:endParaRPr lang="en-US" sz="1000" dirty="0"/>
          </a:p>
        </p:txBody>
      </p:sp>
      <p:pic>
        <p:nvPicPr>
          <p:cNvPr id="9" name="Image 0" descr="/mnt/ddn/prod-runs/thyun.park/src/vlm_anchroing/docs/figures/paper_L1_confidence_quar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520440"/>
            <a:ext cx="4114800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89520" y="5897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entropy_top_k Q1→Q4 monotone increase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Confidence proxies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§6.3 Reading — graded blending (selective accessibility) + γ-β confirms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‘categorical capture under threshold’ 가설을 reject하고, Mussweiler-Strack의 graded-blending 가설과 일치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가설의 비교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12080" cy="132588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Categorical capture (rejected)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Anchor가 단순히 prediction을 ‘교체’할 뿐이라면 adopt(Q4) &gt;&gt; adopt(Q3) ~ adopt(Q2) ~ adopt(Q1) 형태의 step이 보여야 함. → 데이터에서 step 미관측.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212080" cy="269748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29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Graded blending (accepted) — Mussweiler-Strack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Q1→Q4 adopt 단조 증가 0.043 → 0.084 → 0.149 → 0.172 (gradient).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Q1→Q4 df 0.032 → 0.080 → 0.137 → 0.210 (더 깨끗한 gradient).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Reading: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anchor가 search-space의 candidate로 들어가서, 모델이 자기 prior에 의존하는 정도(=base entropy)에 비례해 답에 </a:t>
            </a:r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</a:rPr>
              <a:t>blended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됨.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23 / 35 (model × dataset × stratum) cell이 fully monotone — 비-monotone cell은 (a) 작은 denominator이거나 (b) noise floor에 있는 cell.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5532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0876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§6.5 γ-β confirmation — gradient가 cell 사이에서도 같은 방향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Qwen3-VL-8b-Thinking on MathVista vs Instruct: Thinking이 더 entropy 높고 더 anchor에 끌림 (acc(b) ↓, adopt(a) ↑, df(a) ↑).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06040"/>
          <a:ext cx="5257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 C-form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309360" y="406908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Quartile gradient </a:t>
            </a:r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</a:rPr>
              <a:t>within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each cell이 보여준 것과 같은 방향이 </a:t>
            </a:r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</a:rPr>
              <a:t>across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model variants에서도 재현됨 — 기저 entropy가 더 높은 모델이 더 큰 anchor pull. 단일 dataset/단일 pair existence proof.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09360" y="5440680"/>
            <a:ext cx="5257800" cy="640080"/>
          </a:xfrm>
          <a:prstGeom prst="rect">
            <a:avLst/>
          </a:prstGeom>
          <a:solidFill>
            <a:srgbClr val="F8F6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§7-§8: 왜 reasoning이 entropy를 ‘낮추지 않고 오히려 높이는가’의 후속 질문 → γ-β scale-up이 future work.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§6.3 / §6.5 · Reading + γ-β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anchor attention mass — base finding + 2 sub-findings (E1)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 stratified · 4 base-experiment 모델에서 mean +0.004~+0.007, CI excludes 0 — anchor attention은 baseline-level artifact 아님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137160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finding — anchor attention mass &gt;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generation step에서 anchor image-token span으로 가는 attention weight를 layer-averaged 측정. 6 panel 모델 (gemma4-e4b, qwen2.5-vl-7b, llava-1.5-7b, internvl3-8b, convllava-7b, fastvlm-7b) × n=200 stratified. 4/4 base-experiment 모델에서 mean +0.004~+0.007 (CI excludes 0). → §5/§6의 행동 효과는 generation 시 실제 attention-mass shift을 동반.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455768" cy="315468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5181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Sub-finding 1 — wrong&gt;correct attention asymmetry FALSIFIED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518144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Pre-spec hypothesis: Phase-A의 wrong/correct 비대칭이 attention level에도 보일 것 (anchor mass가 uncertain item에 shift up)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관측: 4/4 (later 6/6) 모델에서 wrong vs correct 사이에 anchor attention mass 차이 무 — 행동 차이는 attention magnitude가 아니라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downstream blending의 차이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에서 옴.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→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</a:rPr>
              <a:t>uncertainty modulation은 ‘얼마나 attention을 주는가’가 아니라 ‘어떻게 prediction에 weight되는가’로 작동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. §6 blended-into-prior 가설과 일치.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1568" y="2971800"/>
            <a:ext cx="5455768" cy="315468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3063240"/>
            <a:ext cx="5181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Sub-finding 2 — susceptibility tracks attention 3/4, INVERTS on Gemma-SigLIP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8728" y="3611880"/>
            <a:ext cx="518144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A7의 cross-model item-susceptibility (top-decile vs bottom-decile)이 </a:t>
            </a:r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answer-step anchor attention 3/4 모델에서 일치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(highly-susceptible item에서 attention mass↑).
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Gemma-SigLIP에서는 inverts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— anchor attention이 step 0 (image processing)에 집중되고 answer-step에서는 미미. SigLIP의 typographic-attack inheritance 문헌과 일치.
</a:t>
            </a:r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</a:rPr>
              <a:t>→ depth-axis가 architecture-axis를 대체하는 framing의 동기 (§7.2 H3 retired).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Attention mass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 per-layer 4 archetypes (E1b) — anchor mass concentrates at one peak per family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mass가 layer-averaged 대비 최대 ×3배 — encoder family별 ‘peak layer’ + (H3) encoder architecture is NOT predictive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194560"/>
                <a:gridCol w="1371600"/>
                <a:gridCol w="2499055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at peak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SigLIP-Gemma 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/ 42 (12% depth)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 (CLIP-ViT)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 /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 (ConvNeXt)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 /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 (InternViT)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L14 /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 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 / 28 (82%)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 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69080"/>
            <a:ext cx="5486400" cy="205740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cluster — 가장 leverage 큰 mitigation target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아키텍처적으로 다른 3 encoder (CLIP-ViT, ConvNeXt, InternViT)가 같은 mid-stack layer-depth signature로 수렴. 이 cluster가 §7.4 free-lunch mitigation의 panel.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4160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(H3 retired) encoder architecture per se ≠ predictive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4526280"/>
            <a:ext cx="5166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architecturally different encoder가 같은 mid-stack signature로 수렴 → encoder-architecture per-se는 anchoring susceptibility를 예측하지 못함. depth-axis로 framing 교체.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 · Per-layer 4 archetypes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§7.2.1 E1-patch — anchor 안 ‘digit pixels’에 attention 집중 (4-model panel)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anchor: digit bbox(JSON, anchor−mask diff)로 layer별 digit-fraction-of-anchor-mass 측정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2194560"/>
                <a:gridCol w="1463040"/>
                <a:gridCol w="277337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archetype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digit/anchor at peak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above fair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SigLIP-Gemma 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L9 /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+0.404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CLIP-ConvNeXt mid-stack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 /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FastViT 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/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+0.304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 mid-stack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 /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+0.241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337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fair-share baseline ~ 0.227 — 128 anchor에서 digit bbox의 mean area 비율. 균일 attention이라면 digit-fraction이 0.227 정도여야 함.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profile shape — anchor 안 attention의 layer-wise 진행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3637178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4206240"/>
            <a:ext cx="3637178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Globally digit-concentrated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4617720"/>
            <a:ext cx="34542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gemma4-e4b (SigLIP)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4892040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layer에서 0.50-0.63 — SigLIP이 LLM stack 전반에서 digit을 ‘본다’. 초기 SigLIP typographic-attack inheritance 문헌과 일치.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22978" y="4206240"/>
            <a:ext cx="3637178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2978" y="4206240"/>
            <a:ext cx="363717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14418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Peaked mid-early then decay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14418" y="4617720"/>
            <a:ext cx="34542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llava-1.5-7b + convllava-7b (mid-stack)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14418" y="4892040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peak (0.47 / 0.55) → L15-17에서 fair share 회귀 → L29-31에서 sub-fair. 두 architecturally distinct 인코더가 같은 shape로 수렴 — mid-stack-cluster의 depth signature.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43037" y="4206240"/>
            <a:ext cx="3637178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43037" y="4206240"/>
            <a:ext cx="3637178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34477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Sharp early peak with sustained mid plateau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34477" y="4617720"/>
            <a:ext cx="34542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fastvlm-7b (FastViT)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34477" y="4892040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peak (0.53) → L6에서 ~0.32로 drop → L12까지 0.35-0.45 plateau 유지 → L18에서 fair share 회귀. early-stack에서 peaking하되 mid-stack까지 신호가 ‘지속’.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비-square archetypes (internvl3-8b multi-tile, qwen2.5-vl-7b 17×23 grid)는 per-encoder bbox-to-token mapping 작업이 필요해 deferred — full 6-model coverage + masked-arm causal control은 §8 future work.   note: digit-attention concentration peak (L4-L9)이 §7.2의 total-anchor-mass peak (L14-L22)보다 ‘earlier’.   E1-patch와 E1b는 complementary — where in the anchor (E1-patch) vs which layers (E1b).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§7.2.1 · E1-patch digit concentration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causal ablation (E1d) — single-layer null, upper-half가 작동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span을 layer-set별로 mask해서 direction-follow 변화 측정 (n=200, 6 모델 × 6 모드)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383280"/>
                <a:gridCol w="460217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direction-follow (panel)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ablate_peak (E1b 헤드라인 layer 단독)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 df| ≤ 2.0 pp; 모든 CI baseline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on 6/6 — single-layer 인과적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ablate_layer0 (non-peak control)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df ∈ [−2.7, +0.5]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on 6/6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ablate_upper_half (mitigation candidate)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−4.0 ~ −10.5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 모델에서 reduce, fluency-clean on 4/6 (mid-stack + Qwen)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 ~ −24.5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3/6 모델 fluency 붕괴 (mean-distance 4-6배 또는 1000배)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ablate_lower_half (diagnostic)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3/6 BACKFIRE, 1/6 reduce, 2/6 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11185855" cy="155448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617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— single-layer ablation이 인과적으로 null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98348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E1b의 peak layer 하나만 마스크해도 effect 없음 →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anchor 신호는 LLM stack 전반에 redundant하게 인코딩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peak layer는 신호가 가장 ‘보이는 곳’이지, ‘유일하게 만들어지는 곳’이 아님.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Upper-half 단독이 6/6 panel-wide 작동하면서 fluency를 깨지 않는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유일한 architecture-blind locus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— §7.4 free-lunch mitigation의 근거.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· Causal ablation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mitigation — upper-half soft re-weighting (E4 Phase 2, n=88,650/모델)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떨어지고 exact_match 오르며 target_only accuracy 그대로 — ‘free-lunch’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585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960120"/>
                <a:gridCol w="1188720"/>
                <a:gridCol w="914400"/>
                <a:gridCol w="914400"/>
                <a:gridCol w="960120"/>
                <a:gridCol w="1188720"/>
                <a:gridCol w="304769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treated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Δ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treated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Δ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1089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invariants — 왜 ‘free-lunch’인가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520440"/>
            <a:ext cx="363717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3611880"/>
            <a:ext cx="272277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df는 모든 모델에서 감소, em은 모든 모델에서 +0.49~+1.30 pp 상승 — anchor 조건에서만 예측이 정답 쪽으로 이동.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2978" y="3520440"/>
            <a:ext cx="363717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05858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585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0218" y="3611880"/>
            <a:ext cx="272277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accuracy_vqa(b) (target_only baseline)이 모든 strength에서 invariant — hook이 single-image inference로 leak하지 않음.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43037" y="3520440"/>
            <a:ext cx="363717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5917" y="3657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5917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920277" y="3611880"/>
            <a:ext cx="272277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accuracy_vqa(d) (neutral arm)도 ±0.5 pp 이내 — 두 번째 이미지가 숫자가 아니면 hook이 영향 없음. anchor pathway에만 작용.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5212080"/>
            <a:ext cx="11185855" cy="91440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Per-model s*가 필요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(−0.5 ~ −3.0, 한 자릿수 차이) — mitigation은 ‘locus + selection rule’ 수준에서 일반화되지, 단일 strength constant 수준은 아님. df 감소율은 baseline anchor pull과 anti-correlation (LLaVA-1.5 가장 큼, InternVL3 가장 작음). 다음 슬라이드에서 paired damage / recovery 분석.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· Mitigation headline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— paired anchor-damage &amp; recovery + anti-correlation conjecture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anchor가 가져온 정확도 손실 중 mitigation이 얼마나 회수하는지의 paired 분석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371600"/>
                <a:gridCol w="1371600"/>
                <a:gridCol w="1371600"/>
                <a:gridCol w="1371600"/>
                <a:gridCol w="268193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em(target_only)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em(num@0)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em(num@s*)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+0.77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−9.34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+1.31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−3.87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1546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n_paired ~ 17,700 per model (InternVL3 11,848 — parse-loss caveat)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3611880"/>
            <a:ext cx="5486400" cy="251460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picture — coherent across cluster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각 모델이 anchor 노출 시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4-9 pp 정확도 손실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발생 (em(target_only) − em(num@0)).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Upper-half re-weighting이 그 손실의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10-22%를 회수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(damage 대비 recovery, no target_only side-effect).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free-lunch는 statistical significance 수준의 잡음이 아니라 paired anchor-damage의 의미 있는 fraction을 회복하는 결과.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3611880"/>
            <a:ext cx="5440680" cy="251460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37033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Anti-correlation conjecture (testable)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4069080"/>
            <a:ext cx="5166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</a:rPr>
              <a:t>관측: relative df-reduction이 baseline anchor pull과 anti-correlated.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 InternVL3 (df₀ = 0.126, 가장 작음) → −5.8 % (가장 작은 reduction)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 LLaVA-1.5 (df₀ = 0.288, 가장 큼) → −14.6 % (가장 큰 reduction)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Conjecture: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upper-half attention pathway는 anchor 신호 중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</a:rPr>
              <a:t>더 큰 fraction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을 carry — 평소 그 pathway를 덜 쓰는 모델일수록 down-weight 효과 큼. LLaVA/ConvLLaVA의 anchor 신호는 broadly distributed, InternVL3은 narrow concentrated.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· Damage / Recovery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§7.5 ‘free-lunch’ 해석 + §7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pathway가 자기 baseline answer-formation에는 load-bearing하지 않다는 것이 핵심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free-lunch가 성립하는 3 자명 조건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3717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363717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accuracy_vqa(b) invariant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3628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target_only baseline은 모든 strength × 모든 모델에서 변화 무 → hook이 single-image inference로 leak하지 않음. ‘mitigation이 자기 정확도를 갉아먹지 않는가’의 직접 검증.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2978" y="1828800"/>
            <a:ext cx="363717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2978" y="1828800"/>
            <a:ext cx="363717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4418" y="182880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accuracy_vqa(d) ±0.5 pp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60138" y="2377440"/>
            <a:ext cx="33628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arm (digit-free 두 번째 이미지)도 baseline ± 0.5 pp 이내 → 두 번째 이미지가 ‘있다’는 것 자체로 hook이 발동하지 않음. digit-bearing pathway에만 작용.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3037" y="1828800"/>
            <a:ext cx="363717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037" y="1828800"/>
            <a:ext cx="3637178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4477" y="182880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exact_match(a) +0.49~+1.30 pp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80197" y="2377440"/>
            <a:ext cx="33628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조건에서만 prediction이 ‘움직인다’ — 그리고 정답 방향으로. 즉 mitigation이 떼어내는 신호는 정답에 weight되지 않는, ‘anchor 쪽으로만 끌어당기던 redundant signal’.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11185855" cy="182880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708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summary — 한 줄 정리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736592"/>
            <a:ext cx="1091153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• 메커니즘: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anchor 신호는 multi-layer-redundant pathway. one observable peak per encoder family (E1/E1b), but single-layer ablation에서 인과적 null on 6/6 (E1d).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• 구체화: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anchor 안에서는 digit pixels 자체에 attention 집중 (E1-patch, fair share 대비 +24~+40 pp on 4/4 모델).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• Mitigation: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 upper-half soft re-weighting (E4 Phase 2)이 ‘locus + selection rule’ 수준의 architecture-blind mitigation. df −5.8~−14.6 % rel ↓, em +0.49~+1.30 pp ↑, target_only/neutral 모두 invariant — paired damage의 10-22 % 회수.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§7.5 · Free-lunch + summary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reasoning이 anchoring을 강화한다 (γ-β)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Qwen3-VL-8B-Instruct vs Thinking, MathVista, S1 anchor arm, n=365 — 동일 architecture / chat template / 4-condition stimuli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3717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637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 / 0.074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363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adopt(a)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/ Instruct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363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22978" y="1417320"/>
            <a:ext cx="363717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2978" y="1554480"/>
            <a:ext cx="3637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 / 0.102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22978" y="2286000"/>
            <a:ext cx="363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df(a) C-form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/ Instruct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22978" y="2971800"/>
            <a:ext cx="363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2.9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22978" y="352044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43037" y="1417320"/>
            <a:ext cx="363717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037" y="1554480"/>
            <a:ext cx="3637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 / 0.216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43037" y="2286000"/>
            <a:ext cx="363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acc(b)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/ Instruct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43037" y="2971800"/>
            <a:ext cx="363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43037" y="352044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80197" y="4069080"/>
            <a:ext cx="33628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Thinking이 baseline 자체도 더 부정확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85855" cy="141732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548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Thinking 체크포인트는 동일 architecture / chat template / 동일 4-condition 자극 — 차이는 trained reasoning 행동뿐.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reasoning trace가 anchor를 잡지 못할 뿐 아니라 오히려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anchor 정보가 elaboration step에 누적되어 증폭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— Wang 2025 (LRM-judging) + VLMBias (reasoning models)와 일치.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 단일 pair × 단일 dataset이라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existence-proof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수준의 hook. §8 future: 30B-A3B 쌍 + Gemma3-Thinking + ChartQA/TallyQA로 generalisation.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· γ-β reasoning amplifies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 Limitations — Reviewer가 물을 항목 미리 disclose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only · 단일 prompt · no human baseline · single-cluster mitigation · γ-β single pair · driver schema audit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637178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runs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JSON-strict 단일 prompt만 사용. paraphrase robustness (3-5 prompt × bootstrap CI)는 다음 hardening pass — 선행 cognitive-bias LLM paper에서 일관되게 reviewer가 제기.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2978" y="1417320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978" y="1417320"/>
            <a:ext cx="363717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4418" y="141732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14418" y="1828800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7개 모델 모두 open-weight. closed-model defuse (GPT-4o / Gemini 2.5 ~500 sample)는 revision 시 access 확보되면 추가.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43037" y="1417320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3037" y="1417320"/>
            <a:ext cx="363717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4477" y="141732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34477" y="1828800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§1/§6의 인지과학 framing은 prior literature 기반. 50명 Prolific replication은 ARR clock 상 미실시.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044952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44952"/>
            <a:ext cx="3637178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44952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window dataset-dependent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456432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VQAv2/TallyQA absolute, ChartQA/MathVista relative cutoff. relative form은 inductive choice — GT 분포 다른 dataset에서 재검증 필요.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2978" y="3044952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2978" y="3044952"/>
            <a:ext cx="3637178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4418" y="3044952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mitigation single-cluster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14418" y="3456432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free-lunch는 LLaVA-1.5/ConvLLaVA/InternVL3 3 mid-stack-cluster 모델만 검증. SigLIP-Gemma early peak / Qwen-ViT late peak로의 일반화는 P3.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43037" y="3044952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3037" y="3044952"/>
            <a:ext cx="363717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4477" y="3044952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γ-β single pair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34477" y="3456432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reasoning-amplifies-anchoring은 1 pair × 1 dataset. existence proof로 취급, quantitative law로 보지 않음.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672584"/>
            <a:ext cx="363717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672584"/>
            <a:ext cx="3637178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672584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schema audit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5084064"/>
            <a:ext cx="34542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 refactor 사이 driver-schema gap이 direction_follow_rate를 silently 0으로 만든 적 있음. C-form refactor + reaggregate sweep + migration report로 remediation. 논문의 모든 numerical claim은 post-audit C-form re-aggregate output에서 파생.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 · Limitations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5가지 공헌 + §8.2/§8.3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adds · 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400800" cy="4709160"/>
          </a:xfrm>
          <a:prstGeom prst="rect">
            <a:avLst/>
          </a:prstGeom>
          <a:solidFill>
            <a:srgbClr val="E8EC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— 5가지 공헌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최초의 cross-modal 숫자 anchoring 평가 — 4-condition (target/anchor/mask/neutral) + FLUX-rendered digit anchor 인벤토리 + OpenCV-inpainted mask counterpart.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M2 metrics (C-form direction-follow `(pa−pb)·(anchor−pb) &gt; 0 AND pa ≠ pb`) — gt-free, baseline-relative anchor pull 측정. 207-cell migration audit 공개.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557016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evidence — VQAv2 number (n=17,730) / TallyQA / ChartQA / MathVista 4종 + 7-모델 메인 패널 + 3-모델 E5e + 2-모델 γ-β reasoning.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25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398264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메커니즘 + mitigation — encoder-family별 attention localisation (E1/E1b) + E1-patch digit-pixel concentration (4/6 archetype) + causal ablation panel (E1d) + upper-half mitigation full-scale validation (E4 Phase 2, n=88,650/모델).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266944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66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239512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VLM에서 reasoning이 anchoring을 amplify하는 결과 (γ-β, MathVista) — text-only LRM 문헌과 일치하는 multimodal counterpart.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1417320"/>
            <a:ext cx="4617720" cy="4709160"/>
          </a:xfrm>
          <a:prstGeom prst="rect">
            <a:avLst/>
          </a:prstGeom>
          <a:solidFill>
            <a:srgbClr val="FA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508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(선호도 순)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18745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LLM/VLM diff (§8.2)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1945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numerical question을 (a) text prompt → LLM (b) rendered-digit image → VLM. layer-wise integration profile (E1-style + per-layer logit-lens) 비교. text-anchor LLM 문헌과 image-anchor 본 논문의 ‘gap’을 메우는 가장 깨끗한 single follow-up.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image vs text anchor (§8.3)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61188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VLM 위에서 anchor를 image vs prompt-text로 제시 — modality 채널 분리 (LLM 없이도 가능). 두 stimulus inventory (rendered + prompt-text equivalent) 모두 release.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47091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γ-β multi-pair scale-up (§8.1)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50292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Qwen3-VL-30B-A3B Instruct/Thinking 추가 + Gemma3-Thinking + GPT-4o reasoning-mode + ChartQA/TallyQA generalisation.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/ §8.2-3 · Contributions + Future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§1.7 Reproducibility — open release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license, code/configs/inventories/predictions/aggregate CSVs 모두 공개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scripts/run_experiment.py / scripts/analyze_*.py / scripts/extract_attention_mass.py / scripts/causal_anchor_ablation.py / scripts/e4_attention_reweighting.py 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87288" y="182880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190195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24448" y="224028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configs/*.yaml — VQAv2/TallyQA/ChartQA/MathVista 각각 4-cond/E5b/E5c/E5d/E5e/E1-patch/E4 Phase 1+2.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inventories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FLUX-schnell 128 anchor + 128 mask + 128 neutral. FLUX seed + OpenCV inpaint 파라미터 포함.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7288" y="315468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322783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/ aggregates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4448" y="356616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predictions.jsonl + per-row 6 flag (post-audit C-form). docs/insights/_data/*.csv aggregate (per_cell / per_layer / per_model).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5371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docs/insights/M2-metric-definition-evidence.md + docs/insights/C-form-migration-report.md (207 cell M1→M2 audit). references/roadmap.md §10 changelog.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7288" y="4480560"/>
            <a:ext cx="5455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455371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4448" y="4892040"/>
            <a:ext cx="5181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모델 모두 Hugging Face open weights — 라이선스 dependent on each repo.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— uncertainty-modulated graded pull, digit-pixel causal, upper-half free-lunch mitigation, reasoning amplifies.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paper §1-§8 한국어 요약 (확장판) · 2026-04-29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 교차모달 숫자 anchoring — paper §1-§8 요약 (한국어, 확장판)</dc:title>
  <dc:subject>PptxGenJS Presentation</dc:subject>
  <dc:creator>vlm_anchoring authors</dc:creator>
  <cp:lastModifiedBy>vlm_anchoring authors</cp:lastModifiedBy>
  <cp:revision>1</cp:revision>
  <dcterms:created xsi:type="dcterms:W3CDTF">2026-04-29T07:05:25Z</dcterms:created>
  <dcterms:modified xsi:type="dcterms:W3CDTF">2026-04-29T07:05:25Z</dcterms:modified>
</cp:coreProperties>
</file>