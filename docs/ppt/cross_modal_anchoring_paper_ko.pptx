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CE2D0"/>
                </a:solidFill>
                <a:latin typeface="Malgun Gothic"/>
              </a:rPr>
              <a:t>EMNLP 2026 후보 논문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VLM의 교차-모달 앵커링 편향: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 i="0">
                <a:solidFill>
                  <a:srgbClr val="ECE2D0"/>
                </a:solidFill>
                <a:latin typeface="Malgun Gothic"/>
              </a:rPr>
              <a:t>메커니즘 규명과 어텐션 재가중 완화책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ECE2D0"/>
                </a:solidFill>
                <a:latin typeface="Malgun Gothic"/>
              </a:rPr>
              <a:t>관련없는 숫자 이미지가 VLM의 수치 답변을 어떻게 끌어당기는가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Malgun Gothic"/>
              </a:rPr>
              <a:t>박태현 ·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Abstract — 한 페이지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본 연구의 핵심 발견 다섯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078992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457200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57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8191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현상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81912"/>
            <a:ext cx="7315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Malgun Gothic"/>
              </a:rPr>
              <a:t>7개 VLM × 17,730 sample에서 무관한 숫자 이미지가 답변을 앵커 쪽으로 +7 ~ +20 pp 이동시킴 (불확실한 케이스에 한해 graded pull)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1078992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457200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457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4203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메커니즘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42032"/>
            <a:ext cx="7315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Malgun Gothic"/>
              </a:rPr>
              <a:t>어텐션 분석에서 anchor &gt; neutral 어텐션 (4/4 모델), 가족별로 peak layer가 12~82 % 깊이로 분포 (E1b)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29000"/>
            <a:ext cx="1078992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457200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457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021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인과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02152"/>
            <a:ext cx="7315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Malgun Gothic"/>
              </a:rPr>
              <a:t>단일 layer ablation은 효과 없음 (6/6); upper-half multi-layer ablation이 architecture-blind 인과 위치 (E1d)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89120"/>
            <a:ext cx="1078992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457200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457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6227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완화책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62272"/>
            <a:ext cx="7315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Malgun Gothic"/>
              </a:rPr>
              <a:t>Upper-half 어텐션 재가중으로 direction-follow를 −10.6 ~ −17.7 % 감소 (LLaVA-1.5, ConvLLaVA Phase 2 풀 검증), em 손실 없음 (오히려 +0.77 ~ +1.30 pp)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49240"/>
            <a:ext cx="457200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457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2239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Anchor damage 회복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422392"/>
            <a:ext cx="7315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3333"/>
                </a:solidFill>
                <a:latin typeface="Malgun Gothic"/>
              </a:rPr>
              <a:t>Paired 분석: anchor가 정확도를 −3.55 ~ −9.34 pp 손상; 완화책이 그 손상의 14 ~ 22 %를 회복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Introduction — 왜 이 문제가 중요한가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VLM이 일상 보편화되면서 multi-image prompt가 표준이 되고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8580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 현실 시나리오: 사용자가 VLM에 여러 이미지를 동시에 보여주는 일이 늘고 있다 (앨범 정리, 멀티-스크린샷, 문서 등)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 위험: 정답과 무관한 이미지가 답변에 영향을 준다면? 특히 '숫자가 그려진 이미지'가 다른 질문의 수치 답변을 끌어당긴다면?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 기존 인지 과학 (Tversky-Kahneman, Mussweiler-Strack): 사람도 무관한 숫자에 anchored 되며, 그 효과는 불확실할수록 강함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 기존 LLM 연구 (Jones-Steinhardt 2022, Echterhoff EMNLP Findings 2024): 텍스트로 anchor 주입 시 유사한 효과 확인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 기존 VLM 연구 공백: 시각적 anchor (rendered digit image)가 다른 이미지의 수치 질문에 미치는 영향은 미답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 기여:</a:t>
            </a:r>
          </a:p>
          <a:p>
            <a:pPr lvl="1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—  (1) Cross-modal numerical anchoring 현상 정립 (7개 모델 × 17,730 sample)</a:t>
            </a:r>
          </a:p>
          <a:p>
            <a:pPr lvl="1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—  (2) 메커니즘 규명: post-projection LLM 깊이 축이 핵심 (encoder 아님)</a:t>
            </a:r>
          </a:p>
          <a:p>
            <a:pPr lvl="1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—  (3) Architecture-blind mitigation (upper-half attention re-weighting)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554480"/>
            <a:ext cx="3931920" cy="45720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인지 과학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algun Gothic"/>
              </a:rPr>
              <a:t>Tversky &amp; Kahneman (1974):
사람은 무관한 숫자가 제시되어도 그 숫자를 기준으로 추정함.
Mussweiler &amp; Strack (1999):
Selective accessibility — anchor가 search direction을 편향함.
→ 본 연구 H2: VLM도 같은 패턴? (불확실 시 anchor pull)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2.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Related Work — 가장 가까운 선행 연구와의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Cross-modal numerical anchoring은 지금까지 직접 다뤄지지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근접 선행 연구 매트릭스 (각 work이 다른 차원으로 본 연구와 구별됨)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연구 영역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대표 논문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Setup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본 연구와 차이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LLM Anchoring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Jones &amp; Steinhardt 2022;
Lou &amp; Sun 2024;
Echterhoff 2024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텍스트 prompt에 앵커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텍스트 only — 시각 anchor 미답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Typographic Attacks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Goh 2021;
Wang 2025 (NAACL)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이미지 위에 class-label 텍스트 오버레이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Classification flip — 수치 회귀 미답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VLMBias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Nguyen ICML AI4MATH 2025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주제 식별 라벨로 카운트 편향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Memorization prior — 수치 anchor 아님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FigStep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Gong AAAI 2025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텍스트→이미지 변환 jailbreak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Adversarial — 인지 편향 framing 아님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Tinted Frames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2026 arXiv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Question-form framing in VLM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질문 형식만, 이미지 modality 미답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937760"/>
            <a:ext cx="10972800" cy="15544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본 연구의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698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CE2D0"/>
                </a:solidFill>
                <a:latin typeface="Malgun Gothic"/>
              </a:rPr>
              <a:t>독립적인 rendered-number 이미지를 multi-image VLM prompt에 추가하고, open numerical VQA에서 회귀 형태의 shift를 측정한 최초의 연구. 추가로 'wrong-vs-correct asymmetry' (불확실성 변조)는 LLM·VLM 양쪽 anchoring 선행 연구에서 한 번도 분리되지 않은 분석.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3.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Problem Definition — 3-conditions paired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같은 모델, 같은 질문, 세 가지 이미지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657600" cy="18288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A. target_only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1F29"/>
                </a:solidFill>
                <a:latin typeface="Malgun Gothic"/>
              </a:rPr>
              <a:t>타겟 이미지만 (질문에 해당)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Malgun Gothic"/>
              </a:rPr>
              <a:t>베이스라인 정확도 측정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554480"/>
            <a:ext cx="3657600" cy="18288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54480"/>
            <a:ext cx="3657600" cy="50292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27632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B. target + neutral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1F29"/>
                </a:solidFill>
                <a:latin typeface="Malgun Gothic"/>
              </a:rPr>
              <a:t>타겟 + 중립 이미지 (자릿수 없음)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0604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Malgun Gothic"/>
              </a:rPr>
              <a:t>'두 번째 이미지가 산만하게 함' 통제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554480"/>
            <a:ext cx="3657600" cy="18288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554480"/>
            <a:ext cx="3657600" cy="5029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27632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C. target +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10312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1F29"/>
                </a:solidFill>
                <a:latin typeface="Malgun Gothic"/>
              </a:rPr>
              <a:t>타겟 + 숫자 이미지 (앵커, e.g. '7')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Malgun Gothic"/>
              </a:rPr>
              <a:t>Anchor manipulation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49039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측정 메트릭 (모두 paired sample 단위)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adoption_rate: 예측이 anchor 자릿수와 정확히 일치하는 비율 (categorical)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moved_closer_rate: |pred(C) − anchor| &lt; |pred(A) − anchor| (graded shift, 본 연구 핵심)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mean_anchor_pull: |pred(A) − anchor| − |pred(C) − anchor| (magnitude)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exact_match: ground truth 정답 일치율 (정확도 직접 측정)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Anchor effect = (C에서 메트릭) − (B에서 메트릭) → 산만함이 아닌 anchoring 효과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4.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Method — 데이터셋 및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VQAv2 number subset, 7개 VLM panel (mechanism용 6개 + pilot 4개)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Malgun Gothic"/>
              </a:rPr>
              <a:t>데이터셋 및 실험 세팅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VQAv2 number subset: answer ∈ [0, 8], 한 자릿수 정수 답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Sample size: answer 값별 400개 × 9 = 3,600 unique 질문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Anchor 변형: 5 irrelevant sets / 질문 (0~9 자릿수 무작위)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총 paired records: **17,730 per model**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시각 자극: 1024×1024 PNG, 가운데 정렬된 단일 자릿수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프롬프트:</a:t>
            </a:r>
          </a:p>
          <a:p>
            <a:pPr lvl="1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—  JSON-strict template `{"result": &lt;number&gt;}`</a:t>
            </a:r>
          </a:p>
          <a:p>
            <a:pPr lvl="1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—  Greedy decoding, max_new_tokens=8 (InternVL3는 32로 패치)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Outlier filter: IQR×1.5 on per-sample anchor-distance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모델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3C7E"/>
                </a:solidFill>
                <a:latin typeface="Malgun Gothic"/>
              </a:rPr>
              <a:t>Phase 1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0312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7 모델 × full 17,730:
Gemma3-27b, Gemma4-31b/-e4b, Qwen2.5-VL-7b, Qwen3-VL-30b/-8b, LLaVA-Next-7b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08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3C7E"/>
                </a:solidFill>
                <a:latin typeface="Malgun Gothic"/>
              </a:rPr>
              <a:t>E1/E1b/E1d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10896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6 모델 mechanism panel:
Gemma4-e4b, Qwen2.5-VL-7b, LLaVA-1.5-7b, InternVL3-8b, ConvLLaVA-7b, FastVLM-7b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114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3C7E"/>
                </a:solidFill>
                <a:latin typeface="Malgun Gothic"/>
              </a:rPr>
              <a:t>E2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11480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11 모델 × 1,125:
위 6 + Phase 1 main 5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1206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F3C7E"/>
                </a:solidFill>
                <a:latin typeface="Malgun Gothic"/>
              </a:rPr>
              <a:t>E4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12064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Mid-stack cluster 3:
LLaVA-1.5, ConvLLaVA, InternVL3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5.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Exp 1 — 행동 증거: 앵커링은 graded pull, categorical capture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Phase 1 main + Phase A 정밀 분석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H1 결과 — 7개 모델 모두에서 anchor 효과 확인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acc(타겟)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adoption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moved-closer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gemma4-e4b (약함)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0.553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0.123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0.247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gemma3-27b-it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0.628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0.141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0.162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qwen3-vl-30b-it (강함)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0.759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0.120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0.163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qwen2.5-vl-7b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0.736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0.089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862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F3C7E"/>
                </a:solidFill>
                <a:latin typeface="Malgun Gothic"/>
              </a:rPr>
              <a:t>→ adoption 11~14 %는 chance 수준에 가까움; moved-closer는 8~25 %로 더 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212080" cy="23774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Phase A — H2 정밀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50292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Wrong vs Correct stratification (target_only 정답 여부 기준)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adoption gap: ALL within ±2 pp → categorical H2 falsified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moved-closer gap: **+6.9 ~ +19.6 pp on 7/7** → graded H2 holds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= '불확실 시 anchor pull'은 categorical capture가 아닌 graded shift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26280"/>
            <a:ext cx="10972800" cy="192024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정제된 H2 (논문 핵심 claim)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CE2D0"/>
                </a:solidFill>
                <a:latin typeface="Malgun Gothic"/>
              </a:rPr>
              <a:t>VLM이 불확실할 때 (target_only에서 틀린 케이스), anchor 자릿수 이미지가 예측을 anchor 쪽으로 +7 ~ +20 pp 더 끌어당긴다. 단, anchor를 정확히 복사하는 비율은 거의 변하지 않는다. → 앵커가 confident estimate를 교체하는 것이 아니라, search direction을 편향시킨다 (Mussweiler-Strack selective accessibility).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5.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Exp 2 — 메커니즘: 어텐션 분석 (E1 + E1b)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Anchor가 어디서 (어떤 layer) 어떤 budget을 (text vs target) 훔치는가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E1b — Per-layer 분석 (n=200/모델, output_attentions=True)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7315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peak layer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δ peak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budget 출처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유형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Gemma-SigLIP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L5/42 (12 %)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+0.0501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early + large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InternVL3-InternViT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L14/28 (52 %)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+0.0193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mid-stack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LLaVA-1.5-CLIP-ViT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L16/32 (52 %)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+0.0188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mid-stack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ConvLLaVA-ConvNeXt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L16/32 (52 %)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mid-stack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Qwen2.5-VL-Qwen-ViT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L22/28 (82 %)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+0.0153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target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late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5269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FastVLM-FastViT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L22/28 (82 %)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+0.0467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late + large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peak_budge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554480"/>
            <a:ext cx="36576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34290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algun Gothic"/>
              </a:rPr>
              <a:t>Peak에서의 budget 분해 (모델별)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972800" cy="1920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두 가지 핵심 발견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984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E1c — H3 falsified: ConvNeXt encoder (ConvLLaVA)는 CLIP-ViT (LLaVA-1.5)와 동일한 L16, 동일한 mechanism (text-stealing), 19 % 이내의 magnitude. **Encoder architecture가 아니라 LLM stack의 depth 축이 패턴을 결정**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4 archetypes: (1) Gemma early+large, (2) Mid-stack cluster (3 encoder × 동일), (3) Qwen late+target-stealing, (4) FastVLM late+text+큰 magnitude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5.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Exp 3 — 인과 증거: 어디를 ablation 해야 효과가 있는가 (E1d)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7가지 ablation 모드 × 6개 모델 (n=200), peak layer는 인과 위치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Per-mode 결과 (Δ direction_follow_rate)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ablation 모드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Δ direction_follow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verdict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Single-layer at E1b peak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≤ ±3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✗ Null on 6/6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Single-layer at L0 (control)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≤ ±3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✗ Null on 6/6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Stack-wide ablation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−11 ~ −22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Fluency 4–6× on 3/6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Lower-half ablation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+27 / +17 / +7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🔥 BACKFIRES on 3/6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Upper-half ablation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−5.5 ~ −11.5 pp on 6/6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✓ Fluency clean on 4/6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direction_fo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393192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3977639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algun Gothic"/>
              </a:rPr>
              <a:t>Mode별 direction-follow 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972800" cy="192024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두 가지 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984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ECE2D0"/>
                </a:solidFill>
                <a:latin typeface="Malgun Gothic"/>
              </a:rPr>
              <a:t>•  **Single-layer 개입은 무효**: 어텐션 신호가 multi-layer redundant — E1b의 peak는 correlational, 인과 위치가 아니다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CE2D0"/>
                </a:solidFill>
                <a:latin typeface="Malgun Gothic"/>
              </a:rPr>
              <a:t>•  **Upper-half 개입이 architecture-blind 인과 위치**: 한 intervention으로 3개 다른 encoder (CLIP-ViT, InternViT, ConvNeXt)에 모두 작동, fluency도 깨끗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5.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Exp 4-A — 완화책 설계: Soft Attention Re-weighting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E1d의 hard mask를 soft strength 축으로 일반화 + Phase 1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[n_layers/2, n_layers) 범위의 각 LLM decoder layer에 forward pre-hook 부착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Hook이 attention_mask의 anchor span 컬럼에 strength 더함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Post-softmax: anchor 어텐션이 exp(strength)배로 가중치 down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strength 격자: [0, −0.5, −1, −2, −3, −5, −10⁴] (log spacing)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선택 규칙: ≥ 10 % df 감소 + ≤ 2 pp em 손실 만족하는 최소 |s|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Phase 1 sweep 결과 (n=200 stratified per model)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93776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df₀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s*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df at s*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Δ rel df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Δ em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0.305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−3.0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0.265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−13 %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+0.5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0.290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−2.0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0.260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−10 %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+0.0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internvl3-8b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0.161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−0.5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0.132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1F29"/>
                          </a:solidFill>
                          <a:latin typeface="Malgun Gothic"/>
                        </a:rPr>
                        <a:t>−17.7 %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Malgun Gothic"/>
                        </a:rPr>
                        <a:t>+1.9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sweep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21208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algun Gothic"/>
              </a:rPr>
              <a:t>Phase 1 Pareto: strength × (df, 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526280"/>
            <a:ext cx="3520440" cy="1920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6177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주목점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029200"/>
            <a:ext cx="33832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3/3 모두 타깃 달성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s*가 모델별로 다름 (−0.5 ~ −3.0)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Effect size가 baseline df와 반비례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5.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Exp 4-B — 풀 검증: 17,730 sample × 88,650 records /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Phase 1 예측을 0.3 pp 이내로 복제, CI 약 10× 좁아짐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Phase 2 baseline vs treated (s*)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s*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df₀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df treated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Δ df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Δ rel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Δ em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% complete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−3.0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0.2578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0.2122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−4.55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−17.7 %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+0.77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100 %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−2.0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0.2283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0.2042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−2.42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−10.6 %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+1.30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100 %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internvl3-8b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−0.5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(진행 중, 다음 세션)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~50 %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703320"/>
            <a:ext cx="5394960" cy="27432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복제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52120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LLaVA: Phase 1 −17.7 % 예측 → Phase 2 −17.7 % 측정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ConvLLaVA: Phase 1 −10.3 % 예측 → Phase 2 −10.6 % 측정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두 모델 모두 0.3 pp 이내 복제, CI는 약 10× 좁음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 em이 두 모델 모두 상승 (+0.77 / +1.30 pp) → 정확도가 보존이 아니라 개선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703320"/>
            <a:ext cx="5394960" cy="27432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947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Caveat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06240"/>
            <a:ext cx="52120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ECE2D0"/>
                </a:solidFill>
                <a:latin typeface="Malgun Gothic"/>
              </a:rPr>
              <a:t>•  ConvLLaVA fluency tail: mean_dist 2.99 → 53.54 — 일부 outlier 예측. em은 여전히 상승, df는 per-pair 계산이라 robust. 논문에선 median 사용 권장.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CE2D0"/>
                </a:solidFill>
                <a:latin typeface="Malgun Gothic"/>
              </a:rPr>
              <a:t>•  InternVL3 Phase 2는 12-h budget 안에 미완료, 다음 세션에서 max_new_tokens=32 패치 적용 후 재시작 예정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CE2D0"/>
                </a:solidFill>
                <a:latin typeface="Malgun Gothic"/>
              </a:rPr>
              <a:t>•  InternVL3 prose-leak 이슈 해결됨 (driver patch 적용)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6.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재구성: Anchor가 정확도를 손상시키고, 완화책이 일부 회복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Paired 분석 (intersection of valid samples) — em 비교가 fair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Phase 2 paired anchor-damage (full set)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n_paired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em(TO)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em(num@0)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anchor damage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em(num@s*)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recovery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% damage 회복</a:t>
                      </a:r>
                    </a:p>
                  </a:txBody>
                  <a:tcPr marL="45720" marR="45720">
                    <a:solidFill>
                      <a:srgbClr val="6D2E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17,724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0.3696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0.3340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−3.55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0.3417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+0.77 pp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21.7 %</a:t>
                      </a:r>
                    </a:p>
                  </a:txBody>
                  <a:tcPr marL="45720" marR="45720">
                    <a:solidFill>
                      <a:srgbClr val="ECE2D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17,722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0.4454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0.3520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−9.34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0.3651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Malgun Gothic"/>
                        </a:rPr>
                        <a:t>+1.31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1F29"/>
                          </a:solidFill>
                          <a:latin typeface="Malgun Gothic"/>
                        </a:rPr>
                        <a:t>14.0 %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611880"/>
            <a:ext cx="10972800" cy="29260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Malgun Gothic"/>
              </a:rPr>
              <a:t>더 강한 paper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33333"/>
                </a:solidFill>
                <a:latin typeface="Malgun Gothic"/>
              </a:rPr>
              <a:t>Anchor가 정확도를 −3.55 ~ −9.34 pp 명확히 손상시키고, upper-half 어텐션 재가중이 그 손상의 14 ~ 22 %를 안전한 운영점에서 회복한다.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Malgun Gothic"/>
              </a:rPr>
              <a:t>왜 강한가: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86400"/>
            <a:ext cx="106984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df-axis (메커니즘)와 em-axis (functional) 신호가 동일한 위치를 가리킴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회복 비율이 두 모델 사이 비슷 (14–22 %) → single-model artefact 아님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 E1d의 single-layer null이 correlational 가능성을 배제 → 인과적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6.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Discussion — 본 논문의 강점 (Novelty)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publish-ready 발견 5가지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0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64592" cy="868680"/>
          </a:xfrm>
          <a:prstGeom prst="rect">
            <a:avLst/>
          </a:prstGeom>
          <a:solidFill>
            <a:srgbClr val="2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A1 — Graded pull refinement of 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+6.9~+19.6 pp moved-closer on uncertain (7/7 models). 'categorical capture' 가 아닌 'graded pull' 임을 처음 분리. Mussweiler-Strack selective accessibility 와 직접 매핑.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97280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164592" cy="868680"/>
          </a:xfrm>
          <a:prstGeom prst="rect">
            <a:avLst/>
          </a:prstGeom>
          <a:solidFill>
            <a:srgbClr val="2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E1c — H3 falsified, depth-axis replaces encoder-axis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ConvNeXt encoder(ConvLLaVA)가 CLIP-ViT(LLaVA-1.5)와 동일한 layer/mechanism으로 작동. Encoder architecture가 아닌 post-projection LLM stack depth가 패턴 결정.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097280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164592" cy="868680"/>
          </a:xfrm>
          <a:prstGeom prst="rect">
            <a:avLst/>
          </a:prstGeom>
          <a:solidFill>
            <a:srgbClr val="2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E1d — Multi-layer redundancy + upper-half 인과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Single-layer ablation이 6/6에서 무효. Upper-half multi-layer가 −5.5~−11.5 pp 효과 + fluency clean (4/6). Architecture-blind 인과 위치 발견.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1097280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164592" cy="868680"/>
          </a:xfrm>
          <a:prstGeom prst="rect">
            <a:avLst/>
          </a:prstGeom>
          <a:solidFill>
            <a:srgbClr val="2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26279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E2 pilot (H6) — Two-axis decoupling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anchoring vs multi-image distraction이 직교 실패 모드 (InternVL3: 0.066 adopt / 0.355 acc_drop은 pure distraction). 별도 mitigation 전략 가능.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94959"/>
            <a:ext cx="1097280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164592" cy="868680"/>
          </a:xfrm>
          <a:prstGeom prst="rect">
            <a:avLst/>
          </a:prstGeom>
          <a:solidFill>
            <a:srgbClr val="2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86399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Malgun Gothic"/>
              </a:rPr>
              <a:t>E4 Phase 2 — Causal mitigation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52159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333"/>
                </a:solidFill>
                <a:latin typeface="Malgun Gothic"/>
              </a:rPr>
              <a:t>−17.7 % (LLaVA), −10.6 % (ConvLLaVA) df 감소 with em 개선. Phase 1 sweep의 0.3 pp 이내 복제. Anchor damage의 14~22 % 회복.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Malgun Gothic"/>
              </a:rPr>
              <a:t>6.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A1F29"/>
                </a:solidFill>
                <a:latin typeface="Malgun Gothic"/>
              </a:rPr>
              <a:t>Discussion — 본 논문의 한계와 약점 (Weakness)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2F3C7E"/>
                </a:solidFill>
                <a:latin typeface="Malgun Gothic"/>
              </a:rPr>
              <a:t>Phase 2/추가 컴퓨트로 보강 필요한 부분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64592" cy="7772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D2E46"/>
                </a:solidFill>
                <a:latin typeface="Malgun Gothic"/>
              </a:rPr>
              <a:t>InternVL3 Phase 2 미완료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Malgun Gothic"/>
              </a:rPr>
              <a:t>max_new_tokens=8 truncation으로 prose-leak 발생 (~30 % parse failure). 12-h budget 만료로 다음 세션에서 패치 적용 후 재실행 필요. 헤드라인 mid-stack-cluster 결과는 LLaVA + ConvLLaVA 만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109728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95728"/>
            <a:ext cx="164592" cy="7772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4144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D2E46"/>
                </a:solidFill>
                <a:latin typeface="Malgun Gothic"/>
              </a:rPr>
              <a:t>FastVLM 결과의 wide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6148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Malgun Gothic"/>
              </a:rPr>
              <a:t>Unique late+text+large archetype이지만 답변 단계 valid n=75 (digit coverage 62 %). 95 % CI [+0.025, +0.072]. Upper-half ablation에서 fluency 깨짐 (mean_dist 폭주). 후속 큰 run 필요.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36976"/>
            <a:ext cx="109728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36976"/>
            <a:ext cx="164592" cy="7772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82696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D2E46"/>
                </a:solidFill>
                <a:latin typeface="Malgun Gothic"/>
              </a:rPr>
              <a:t>ConvLLaVA fluency tail at full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02736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Malgun Gothic"/>
              </a:rPr>
              <a:t>Phase 2에서 mean_dist가 2.99 → 53.54로 outlier 발생. em은 여전히 상승, df는 robust. 논문에선 median + winsorised 분포 + degraded fraction count 권장.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78224"/>
            <a:ext cx="109728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78224"/>
            <a:ext cx="164592" cy="7772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23944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D2E46"/>
                </a:solidFill>
                <a:latin typeface="Malgun Gothic"/>
              </a:rPr>
              <a:t>Single dataset (VQAv2 only) 약점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43984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Malgun Gothic"/>
              </a:rPr>
              <a:t>EMNLP main의 multi-dataset hygiene 요구를 충족 못함. TallyQA, ChartQA, MathVista smoke test만 됨 (E5 풀 run 미수행). Reviewer 'single dataset' 우려 가능.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19472"/>
            <a:ext cx="109728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19472"/>
            <a:ext cx="164592" cy="7772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6519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D2E46"/>
                </a:solidFill>
                <a:latin typeface="Malgun Gothic"/>
              </a:rPr>
              <a:t>Closed-model subset 미수행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Malgun Gothic"/>
              </a:rPr>
              <a:t>GPT-4o, Gemini 등 frontier closed model 미포함. Reviewer 'open-only' 우려 가능. E6에서 ~500 sample subset 수행 권장.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760720"/>
            <a:ext cx="109728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760720"/>
            <a:ext cx="164592" cy="7772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D2E46"/>
                </a:solidFill>
                <a:latin typeface="Malgun Gothic"/>
              </a:rPr>
              <a:t>Paraphrase robustness 미검증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Malgun Gothic"/>
              </a:rPr>
              <a:t>Single prompt template (JSON-strict) 만 사용. 3-5 paraphrase × bootstrap CI × multi-comp 보정 (E7) 미수행. Behavioral claim의 robustness 우려.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결론 및 향후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CE2D0"/>
                </a:solidFill>
                <a:latin typeface="Malgun Gothic"/>
              </a:rPr>
              <a:t>Single-claim arc: notice (E1) → modulate (A1) → mechanism (E1b/E1c/E1d) → mitigate (E4)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CE2D0"/>
                </a:solidFill>
                <a:latin typeface="Malgun Gothic"/>
              </a:rPr>
              <a:t>주요 기여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ECE2D0"/>
                </a:solidFill>
                <a:latin typeface="Malgun Gothic"/>
              </a:rPr>
              <a:t>•  Cross-modal numerical anchoring 현상의 첫 정립 (7개 VLM × 17,730 sample)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CE2D0"/>
                </a:solidFill>
                <a:latin typeface="Malgun Gothic"/>
              </a:rPr>
              <a:t>•  Uncertainty-modulated graded pull (Mussweiler-Strack) 정량 증거 (+7~+20 pp)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CE2D0"/>
                </a:solidFill>
                <a:latin typeface="Malgun Gothic"/>
              </a:rPr>
              <a:t>•  Per-layer attention localisation 4 archetypes; H3 (encoder axis) falsified, depth axis 채택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CE2D0"/>
                </a:solidFill>
                <a:latin typeface="Malgun Gothic"/>
              </a:rPr>
              <a:t>•  Architecture-blind upper-half causal locus (E1d) 발견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CE2D0"/>
                </a:solidFill>
                <a:latin typeface="Malgun Gothic"/>
              </a:rPr>
              <a:t>•  Phase 2 풀 스케일 mitigation 검증: −10.6/−17.7 % df 감소, em 개선 (LLaVA, ConvLLaVA)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CE2D0"/>
                </a:solidFill>
                <a:latin typeface="Malgun Gothic"/>
              </a:rPr>
              <a:t>향후 작업 (Submission 전 우선순위)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9728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ECE2D0"/>
                </a:solidFill>
                <a:latin typeface="Malgun Gothic"/>
              </a:rPr>
              <a:t>•  [우선] InternVL3 Phase 2 완료 (driver patch 적용 후)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CE2D0"/>
                </a:solidFill>
                <a:latin typeface="Malgun Gothic"/>
              </a:rPr>
              <a:t>•  [우선] E5 multi-dataset (TallyQA, ChartQA) 풀 run — single-dataset 약점 보완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CE2D0"/>
                </a:solidFill>
                <a:latin typeface="Malgun Gothic"/>
              </a:rPr>
              <a:t>•  [권장] E6 closed-model subset (GPT-4o / Gemini) on n≈500 stratified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CE2D0"/>
                </a:solidFill>
                <a:latin typeface="Malgun Gothic"/>
              </a:rPr>
              <a:t>•  [권장] E7 paraphrase robustness (3~5 prompt × bootstrap CI)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CE2D0"/>
                </a:solidFill>
                <a:latin typeface="Malgun Gothic"/>
              </a:rPr>
              <a:t>•  [옵션] Per-stratum mitigation 분석, ConvLLaVA fluency tail decomposition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