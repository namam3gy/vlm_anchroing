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14400"/>
            <a:ext cx="164592" cy="3840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VLM의 교차모달 숫자 anchoring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numerical anchoring in VLMs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불확실성에 비례한 </a:t>
            </a:r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pull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digit-pixel 인과성 · upper-half mitigation · reasoning이 anchoring을 </a:t>
            </a:r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강화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EMNLP 2026 Main · ARR May 25 target · 7 open-weight VLMs · 4 numeric VQA datasets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6263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§1–§8 요약 · 한국어판 · 2026-04-29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요약 (TL;DR)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§1.3 Headline claim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10637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VLM에 무관한 숫자 이미지를 함께 주면 </a:t>
            </a:r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예측이 그 숫자 쪽으로 끌립니다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효과는 </a:t>
            </a:r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capture가 아니라 graded pull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이고, </a:t>
            </a:r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기저 예측의 불확실성에 비례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하며, </a:t>
            </a:r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이미지의 digit pixel이 인과적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520440"/>
            <a:ext cx="640080" cy="6400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08760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vs. categorical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29768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wrong-base direction-follow이 correct-base보다 +6.9~+19.6 pp 큼.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그러나 paired adopt(literal copy)는 2-7%에 불과 — 모델은 anchor 숫자를 그대로 출력하지 않고, 자기 baseline 예측을 anchor 쪽으로 기울일 뿐.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329184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3520440"/>
            <a:ext cx="640080" cy="6400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303520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Digit-pixel 인과성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429768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이미지에서 숫자 픽셀만 OpenCV inpaint로 지우면 효과가 generic distractor 수준으로 떨어짐.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 scene이 아니라 digit pixels이 원인.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329184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6760" y="3520440"/>
            <a:ext cx="640080" cy="6400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098280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Confidence-modulated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66760" y="429768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answer-token entropy로 4분위 분할하면 direction-follow가 단조증가 (Q4-Q1 = +15.2 pp).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Phase-A의 wrong/correct 이분법은 이 연속 구조의 거친 투영.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 · 한 줄 요약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셋업: 4-condition 자극 (per sample_instance)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 — 동일한 (target image, question) 위에 두 번째 이미지를 b/a/m/d 4가지로 바꿔가며 모델 출력을 비교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788920" cy="4937760"/>
          </a:xfrm>
          <a:prstGeom prst="roundRect">
            <a:avLst>
              <a:gd name="adj" fmla="val 1967"/>
            </a:avLst>
          </a:prstGeom>
          <a:solidFill>
            <a:srgbClr val="F8F6F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(target_only)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· 두 번째 이미지 없음</a:t>
            </a:r>
            <a:endParaRPr lang="en-US" sz="900" dirty="0"/>
          </a:p>
        </p:txBody>
      </p:sp>
      <p:pic>
        <p:nvPicPr>
          <p:cNvPr id="8" name="Image 0" descr="/mnt/ddn/prod-runs/thyun.park/src/vlm_anchroing/inputs/vqav2_number_val/images/00000000013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606040"/>
            <a:ext cx="2240280" cy="2240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983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 이미지만 단독 제시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5715000"/>
            <a:ext cx="260604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57150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pred_b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273552" y="1554480"/>
            <a:ext cx="2788920" cy="4937760"/>
          </a:xfrm>
          <a:prstGeom prst="roundRect">
            <a:avLst>
              <a:gd name="adj" fmla="val 1967"/>
            </a:avLst>
          </a:prstGeom>
          <a:solidFill>
            <a:srgbClr val="F8F6F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64992" y="1645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(target + anchor)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364992" y="2011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번째 이미지: 숫자가 그려진 무관 이미지</a:t>
            </a:r>
            <a:endParaRPr lang="en-US" sz="900" dirty="0"/>
          </a:p>
        </p:txBody>
      </p:sp>
      <p:pic>
        <p:nvPicPr>
          <p:cNvPr id="15" name="Image 1" descr="/mnt/ddn/prod-runs/thyun.park/src/vlm_anchroing/inputs/irrelevant_number/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47872" y="2606040"/>
            <a:ext cx="2240280" cy="22402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64992" y="4983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생성 — Arabic numeral 1개 (예: 3)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364992" y="5715000"/>
            <a:ext cx="260604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64992" y="57150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pred_a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181344" y="1554480"/>
            <a:ext cx="2788920" cy="4937760"/>
          </a:xfrm>
          <a:prstGeom prst="roundRect">
            <a:avLst>
              <a:gd name="adj" fmla="val 1967"/>
            </a:avLst>
          </a:prstGeom>
          <a:solidFill>
            <a:srgbClr val="F8F6F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72784" y="1645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(target + masked)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272784" y="2011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anchor와 동일 scene이지만 digit 픽셀만 inpaint</a:t>
            </a:r>
            <a:endParaRPr lang="en-US" sz="900" dirty="0"/>
          </a:p>
        </p:txBody>
      </p:sp>
      <p:pic>
        <p:nvPicPr>
          <p:cNvPr id="22" name="Image 2" descr="/mnt/ddn/prod-runs/thyun.park/src/vlm_anchroing/inputs/irrelevant_number_masked/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55664" y="2606040"/>
            <a:ext cx="2240280" cy="22402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72784" y="4983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Telea inpaint, OCR-validated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272784" y="5715000"/>
            <a:ext cx="260604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272784" y="57150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pred_m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9089136" y="1554480"/>
            <a:ext cx="2788920" cy="4937760"/>
          </a:xfrm>
          <a:prstGeom prst="roundRect">
            <a:avLst>
              <a:gd name="adj" fmla="val 1967"/>
            </a:avLst>
          </a:prstGeom>
          <a:solidFill>
            <a:srgbClr val="F8F6F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9180576" y="1645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(target + neutral)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9180576" y="2011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digit-free FLUX 이미지 (generic 2-image distractor)</a:t>
            </a:r>
            <a:endParaRPr lang="en-US" sz="900" dirty="0"/>
          </a:p>
        </p:txBody>
      </p:sp>
      <p:pic>
        <p:nvPicPr>
          <p:cNvPr id="29" name="Image 3" descr="/mnt/ddn/prod-runs/thyun.park/src/vlm_anchroing/inputs/irrelevant_neutral/13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363456" y="2606040"/>
            <a:ext cx="2240280" cy="22402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180576" y="4983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scene-stylistic 매칭, 숫자 없음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9180576" y="5715000"/>
            <a:ext cx="260604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9180576" y="57150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pred_d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 · Setup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정리 (notation)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 — 코드 / 논문 / 대시보드에 일관되게 등장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029200"/>
                <a:gridCol w="4572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근거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pred_b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예측 (target_only condition의 출력)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§3.1, predictions.jsonl 'prediction' (condition=target_only)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pred_a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 condition의 모델 출력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a-arm 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pred_m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masked condition의 모델 출력 (digit pixel inpaint)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m-arm 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pred_d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condition의 모델 출력 (digit-free 2nd image)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d-arm 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 이미지에 그려진 숫자 (filename = 값)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inputs/irrelevant_number/&lt;value&gt;.png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 — 정답 숫자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dataset의 정답 라벨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pa, pb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논문 본문 약식 표기 — pa = pred_a, pb = pred_b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§3.4 metric 정의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20640"/>
            <a:ext cx="11094415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1663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비교 3가지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548640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− d):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anchoring과 generic 2-image distraction 분리 (digit이 핵심인지)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− m):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pixel만의 기여 — 같은 scene을 inpaint한 m을 빼면 픽셀 효과 분리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(a, base-wrong) − (a, base-correct):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불확실성 modulation (§5.2 Phase A → §6 confidence quartile로 연속화)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 · Notation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지표 M2 (C-form, 2026-04-28 확정)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§3.4 — 모든 §5/§6/§7 표가 이 정의에 매핑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91440" cy="1417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adopt_rate (M2 paired)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#(pa = anchor AND pb ≠ anchor) / #(pb ≠ anchor)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기저 예측이 anchor와 다른 샘플 중, anchor 추가 후 anchor 값을 그대로 출력하는 비율 (literal copy)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5877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분모에서 base-prediction confound 제거 — 우연히 base가 anchor와 같았던 케이스는 빼고 계산.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91440" cy="1417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direction_follow_rate (C-form)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474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#( (pa − pb) · (anchor − pb) &gt; 0 AND pa ≠ pb ) / #(numeric pair AND anchor present)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840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예측이 baseline에서 anchor 방향으로 움직였는지의 sign-based 측정 (gt 미사용)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1422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pa가 pb 기준으로 anchor 쪽 부호로 이동했으면 1, 아니면 0. C-form은 stimulus draw에 robust.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91440" cy="1417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663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exact_match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#(pa = gt) / #(numeric pair)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5394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조건에서의 정답 일치율 (per-arm accuracy)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56967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anchoring으로 떨어진 정확도를 직접 측정 — §7.4에서 mitigation 결과 검증에 사용.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C-form인가? </a:t>
            </a:r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 (baseline)을 기준으로 보면 anchor draw에 robust하고 gt에 의존하지 않음. anchor·gt form (옛 metric)은 stimulus에 따라 indicator가 흔들림 → 폐기 (2026-04-28).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 · Metrics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 + 모델 패널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§4.1–§4.3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 (4종, integer-GT 부분집합)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097280"/>
                <a:gridCol w="16459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 범위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샘플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VQAv2 number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17,730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메인 패널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TallyQA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0–8 (cap)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38,245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counting under 가림/모호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1–1000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타겟 안에 정답이 보이는 케이스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MathVista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1–1000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385 (testmini)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math-reasoning 프롬프트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패널 (open-weight VLM 12종)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78308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Gemma4-e4b (4B)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SigLIP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+ 메커니즘 (SigLIP)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LLaVA-1.5-7B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CLIP-ViT-L/14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메커니즘 + E4 mid-stack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LLaVA-Next-Interleaved-7B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CLIP-ViT-L/14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메인 + E5b/c 기준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InternVL3-8B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InternViT-300M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메커니즘 + E4 mid-stack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ConvLLaVA-7B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ConvNeXt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메커니즘 + E4 mid-stack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FastVLM-7B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FastViT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메커니즘 (4번째 archetype)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Gemma3-27b-it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SigLIP-So-400m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메인 + E5e (panel-leading)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Qwen2.5-VL-7B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Qwen-ViT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메인 + E5e (가장 anchor 저항적)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Qwen3-VL-8B Instruct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Qwen3-VL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메인 + γ-β instruct arm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Qwen3-VL-8B Thinking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Qwen3-VL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γ-β reasoning-mode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메커니즘 패널</a:t>
            </a:r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(E1/E1b/E1d): 6 모델 — 4가지 encoder archetype.   </a:t>
            </a:r>
            <a:pPr indent="0" marL="0">
              <a:buNone/>
            </a:pPr>
            <a:r>
              <a:rPr lang="en-US" sz="10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패널</a:t>
            </a:r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(E4 Phase 2): 3 mid-stack-cluster 모델, n=88,650/모델.   </a:t>
            </a:r>
            <a:pPr indent="0" marL="0">
              <a:buNone/>
            </a:pPr>
            <a:r>
              <a:rPr lang="en-US" sz="10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γ-β reasoning 쌍</a:t>
            </a:r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Qwen3-VL-8B Instruct vs Thinking (동일 아키텍처).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 · Datasets + Models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§5.1 메인 패널: 7 모델 × VQAv2 number (n=17,730)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C-form direction-follow는 모든 모델에서 양수 — anchoring은 패널 전반에서 검출됨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772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acc(b)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acc(d)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acc(a)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adopt(a)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df(a) C-form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Gemma4-e4b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LLaVA-Interleave-7b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Gemma3-27b-it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Qwen3-VL-30b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Qwen3-VL-8b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Qwen2.5-VL-7b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Gemma4-31b-it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95360" y="1508760"/>
            <a:ext cx="3154680" cy="2286000"/>
          </a:xfrm>
          <a:prstGeom prst="roundRect">
            <a:avLst>
              <a:gd name="adj" fmla="val 2400"/>
            </a:avLst>
          </a:prstGeom>
          <a:solidFill>
            <a:srgbClr val="F8F6F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3252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32520" y="1920240"/>
            <a:ext cx="2926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df(a) &gt; 0 on every model (0.085–0.274).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C-form metric은 panel 전반에서 anchor pull을 검출.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95360" y="3931920"/>
            <a:ext cx="3154680" cy="2286000"/>
          </a:xfrm>
          <a:prstGeom prst="roundRect">
            <a:avLst>
              <a:gd name="adj" fmla="val 2400"/>
            </a:avLst>
          </a:prstGeom>
          <a:solidFill>
            <a:srgbClr val="F8F6F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32520" y="4023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 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732520" y="4343400"/>
            <a:ext cx="2926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adopt(a) (literal copy)는 2-7%로 df(a)보다 훨씬 작음.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 출력이 아니라 graded shift이 효과의 본체.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6126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패턴은 (a − d) 조건별 baseline gap에서도 유지 — anchor가 generic 2-image distractor 위에 추가 anchor pull을 더함.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§5.1 · Main panel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§5.2 wrong-base vs correct-base 비대칭 (Phase A)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기저 예측이 틀렸던 샘플에서 anchor 효과가 훨씬 큼 — 7/7 모델 모두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858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− correct (moved-closer rate)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Gemma4-e4b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+19.6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Gemma3-27b-it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+15.9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Qwen3-VL-30b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+12.2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Gemma4-31b-it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+8.4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Qwen3-VL-8b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+8.0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LLaVA-Interleave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+7.2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Qwen2.5-VL-7b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+6.9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1508760"/>
            <a:ext cx="4069080" cy="457200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63840" y="2057400"/>
            <a:ext cx="3749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Anchoring은 모델이 anchor 없이는 틀렸을 cohort에 집중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즉 base-prediction entropy가 가장 높은 부분집합.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wrong/correct 이분법은 §6에서 </a:t>
            </a:r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answer-token entropy 4분위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라는 </a:t>
            </a:r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 confidence proxy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정밀화됨.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인지과학 대응: Mussweiler-Strack의 selective accessibility 모델 — anchor가 search-space의 candidate로 들어가서, 모델이 자기 prior에 의존하는 정도에 비례해 답에 blend됨.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선행 anchoring 문헌 (LLM, VLM 모두) 중 ‘base correctness별 분리’를 한 사례 없음 — A1이 본 논문의 가장 강한 intellectual hook.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§5.2 · Asymmetry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§5.3 거리별 anchor 효과 (E5b)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anchor가 정답에서 ‘그럴듯한 거리’를 벗어나면 효과는 사라짐 — plausibility window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Stratum 정의: |a − gt| 거리에 따라 5단계로 분할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5836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914400"/>
                <a:gridCol w="1280160"/>
                <a:gridCol w="1280160"/>
                <a:gridCol w="1280160"/>
                <a:gridCol w="1280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|a − gt|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VQAv2 llava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VQAv2 qwen2.5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TallyQA llava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TallyQA qwen2.5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[2,5]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[6,30]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[31,300]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[301,∞)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160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wrong-base paired adopt_cond</a:t>
            </a:r>
            <a:endParaRPr lang="en-US" sz="900" dirty="0"/>
          </a:p>
        </p:txBody>
      </p:sp>
      <p:pic>
        <p:nvPicPr>
          <p:cNvPr id="8" name="Image 0" descr="/mnt/ddn/prod-runs/thyun.park/src/vlm_anchroing/docs/figures/E5c_correct_vs_wrong_adop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1783080"/>
            <a:ext cx="4572000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E5b/c S1 peak / S5 floor pattern (wrong-base 빨강 vs correct-base 파랑)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48640" y="4663440"/>
            <a:ext cx="11094415" cy="1554480"/>
          </a:xfrm>
          <a:prstGeom prst="roundRect">
            <a:avLst>
              <a:gd name="adj" fmla="val 3529"/>
            </a:avLst>
          </a:prstGeom>
          <a:solidFill>
            <a:srgbClr val="F8F6F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31520" y="4754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— 두 gate가 동시에 작동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31520" y="512064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Uncertainty gate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correct-base에서는 anchor가 끌어오지 못함 (S1에서도 ≤ 0.10).  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Plausibility gate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wrong-base여도 |a-gt| &gt; 5 (S3+) 이면 anchor 거부.
</a:t>
            </a:r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model 모두에서 S1 peak / S3-S5 floor 형태가 동일 — base-accuracy (0.62 vs 0.81) 차이가 패턴을 바꾸지 않음.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§5.3 · Distance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§5.4 digit-pixel 인과성 (E5c)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anchor에서 숫자 픽셀만 inpaint한 ‘masked’ arm을 추가 — anchor − masked 간격이 digit pixels의 순수 기여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583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468880"/>
                <a:gridCol w="100584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− m 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VQAv2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llava-interleave-7b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+6.1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VQAv2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qwen2.5-vl-7b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TallyQA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llava-interleave-7b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+2.5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TallyQA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qwen2.5-vl-7b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3832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wrong-base × S1, paired adopt_cond</a:t>
            </a:r>
            <a:endParaRPr lang="en-US" sz="900" dirty="0"/>
          </a:p>
        </p:txBody>
      </p:sp>
      <p:pic>
        <p:nvPicPr>
          <p:cNvPr id="7" name="Image 0" descr="/mnt/ddn/prod-runs/thyun.park/src/vlm_anchroing/docs/figures/E5c_anchor_vs_masked_adop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1508760"/>
            <a:ext cx="4572000" cy="21945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(실선 ●) vs masked (점선 ■) × wrong/correct base — llava-interleave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48640" y="4023360"/>
            <a:ext cx="11094415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520" y="4114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— direction-consistent across models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" y="443484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llava-interleave: anchor &gt; masked 격차 양수 (+6.1 / +2.5 pp). digit pixel이 paired adoption의 인과 경로.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qwen2.5-vl: 양 arm 모두 noise floor — §3.3 main panel에서 가장 anchor-resistant 모델 (df(a) = 0.094)이라 E5c도 floor에 위치.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Reading: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‘pull이 검출 가능한 곳에서는 gap이 양수, pull이 floor면 gap도 floor’ — direction-consistent. </a:t>
            </a:r>
            <a:pPr indent="0" marL="0">
              <a:buNone/>
            </a:pPr>
            <a:r>
              <a:rPr lang="en-US" sz="105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gemma3-27b-it E5c VQAv2 cell pending (~5–6h H200) → mid-panel 모델이 llava-style인지 qwen-style인지 결정.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(1,3,4) 비교 — masked vs neutral의 acc_drop 차이는 1-2 pp뿐 → anchor scene 배경은 generic distractor 이상의 일을 하지 않음.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§5.4 · Digit-pixel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§5.5 Cross-dataset 확장 (E5e)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단일-stratum × b/a/m/d × 3 모델 × ChartQA + TallyQA + MathVista — a &gt; m 패턴이 dataset 전반에서 재현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1463040"/>
                <a:gridCol w="1463040"/>
                <a:gridCol w="1737360"/>
                <a:gridCol w="17373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adopt(a)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df(a) C-form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df(m) C-form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gemma3-27b-it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llava-interleave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qwen2.5-vl-7b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TallyQA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gemma3-27b-it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TallyQA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llava-interleave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TallyQA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qwen2.5-vl-7b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MathVista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gemma3-27b-it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MathVista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llava-interleave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MathVista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qwen2.5-vl-7b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6692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 1.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 모델이 모든 dataset에서 a &gt; m 보존 — digit-pixel 인과성이 model family와 dataset 전반에서 일반화.  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 2.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MathVista가 panel-largest cell — gemma3-27b adopt 0.176 / df 0.332 (wrong-base S1).  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 3.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plausibility-window 패턴은 per-dataset cutoff (E5d)로 양적 검증.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§5.5 · E5e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 confidence-modulated anchoring (L1 분석)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wrong/correct 이분법은 ‘answer-token entropy 4분위 monotone’의 거친 투영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5836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463040"/>
                <a:gridCol w="14630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correctness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 adopt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 C-form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(가장 confident)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(가장 uncertain)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(Q4 − Q1)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0690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E5c VQAv2 wrong-base S1, llava-interleave-7b — entropy_top_k proxy 기준</a:t>
            </a:r>
            <a:endParaRPr lang="en-US" sz="900" dirty="0"/>
          </a:p>
        </p:txBody>
      </p:sp>
      <p:pic>
        <p:nvPicPr>
          <p:cNvPr id="7" name="Image 0" descr="/mnt/ddn/prod-runs/thyun.park/src/vlm_anchroing/docs/figures/paper_L1_confidence_quart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1508760"/>
            <a:ext cx="4572000" cy="28346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526280"/>
            <a:ext cx="11094415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4617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패널 전반 결론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31520" y="49834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23/35 (model × dataset × stratum) cell이 fully monotone Q1 &lt; Q2 &lt; Q3 &lt; Q4 on direction-follow.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Q4 − Q1 gap = +0.152 (df) / +0.044 (adopt) — entropy_top_k proxy가 가장 깨끗한 신호.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anchor가 threshold 넘으면 capture하는 step이 아니라, </a:t>
            </a:r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base-prediction entropy에 비례한 graded blending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Mussweiler-Strack의 selective accessibility 모델과 일치.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 · Confidence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§7.1–§7.2 anchor attention mass + 4 archetype peak layer (E1, E1b)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family별로 anchor에 attention이 몰리는 ‘peak layer’가 다름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1645920"/>
                <a:gridCol w="1645920"/>
                <a:gridCol w="2286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Archetype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at peak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SigLIP-Gemma early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gemma4-e4b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L5/42 (12%)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text-stealing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Mid-stack cluster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llava-1.5-7b (CLIP-ViT)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L16/32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text-stealing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Mid-stack cluster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convllava-7b (ConvNeXt)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L16/32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text-stealing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Mid-stack cluster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internvl3-8b (InternViT)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L14/28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text-stealing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Qwen-ViT 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qwen2.5-vl-7b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L22/28 (82%)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target-stealing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FastVLM 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fastvlm-7b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text-stealing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2064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8F6F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21208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Mid-stack cluster에 </a:t>
            </a:r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아키텍처적으로 다른 3개 encoder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(CLIP-ViT, ConvNeXt, InternViT)가 같은 layer-depth signature로 수렴 → mitigation의 가장 leverage 큰 target.
</a:t>
            </a:r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n=200 stratified, generation step에서 anchor token에 갈 attention의 비중 측정. CI excludes 0 on 4/4 base-experiment 모델.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(H3 retired)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encoder-architecture per se는 anchoring susceptibility를 예측하지 못함 → depth-axis로 framing 교체.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§7.1–§7.2 · Attention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§7.3 인과 ablation (E1d) — single-layer null, upper-half가 작동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span을 layer-set별로 mask해서 direction-follow 변화 측정 (n=200, 6 모델)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70408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ablate_peak (E1b 헤드라인 layer 단독)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on 6/6 (|Δ df| ≤ 2.0 pp; CI overlap baseline)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ablate_layer0 (non-peak control)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on 6/6 (Δ df ∈ [−2.7, +0.5] pp)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ablate_upper_half (mitigation candidate)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−4.0 ~ −10.5 pp on 6/6 모델, fluency-clean on 4/6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ablate_all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−9.6 ~ −24.5 pp BUT fluency 붕괴 3/6 모델 (mean-distance 4-6배 또는 1000배)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ablate_lower_half (diagnostic)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Heterogeneous: 3/6 BACKFIRE, 1/6 reduce, 2/6 flat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14800"/>
            <a:ext cx="11094415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surprise — single-layer ablation이 인과적으로 null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4572000"/>
            <a:ext cx="10972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E1b의 peak layer 하나만 마스크해도 효과 없음 →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신호는 LLM stack 전반에 redundant하게 인코딩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peak layer는 신호가 가장 ‘보이는 곳’이지, ‘유일하게 만들어지는 곳’이 아님.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Upper-half 단독 mitigation locus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6/6 모델 panel-wide 작동하면서 fluency를 깨지 않는 유일한 지점 → §7.4 free-lunch mitigation의 근거.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효과는 ‘하나의 critical site’가 아니라 ‘upper half 전체에 분산된 pathway’ — 그래서 단일 layer 제거는 보상되지만 upper half 전체 down-weight는 전달이 줄어든다.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§7.3 · Ablation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§7.4 mitigation: upper-half attention 재가중 (E4 Phase 2, n=88,650/모델)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df는 떨어지고 exact_match는 오르며 target_only accuracy는 그대로 — ‘free-lunch’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31520"/>
                <a:gridCol w="1828800"/>
                <a:gridCol w="1280160"/>
                <a:gridCol w="1280160"/>
                <a:gridCol w="2286000"/>
                <a:gridCol w="1280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 기준 → 처리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 Δ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 rel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기준 → 처리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Δ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LLaVA-1.5-7b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0.288 → 0.246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−14.6 %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0.334 → 0.342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ConvLLaVA-7b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0.258 → 0.233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−9.6 %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0.352 → 0.365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InternVL3-8b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0.126 → 0.119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−5.8 %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0.590 → 0.595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383280"/>
            <a:ext cx="11094415" cy="2926080"/>
          </a:xfrm>
          <a:prstGeom prst="roundRect">
            <a:avLst>
              <a:gd name="adj" fmla="val 1875"/>
            </a:avLst>
          </a:prstGeom>
          <a:solidFill>
            <a:srgbClr val="F8F6F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3474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가지 invariant — 왜 ‘free-lunch’인가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840480"/>
            <a:ext cx="109728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df는 모든 모델에서 감소, em은 모든 모델에서 +0.49 ~ +1.30 pp 상승 — anchor 조건에서만 예측이 정답 쪽으로 이동.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accuracy_vqa(b) (target_only baseline)이 모든 strength에서 invariant — hook이 single-image inference로 leak하지 않음.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accuracy_vqa(d) (neutral arm)도 ±0.5 pp 이내 — 두 번째 이미지가 숫자가 아니면 hook이 영향 없음. anchor pathway에만 작용.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s*가 필요 (−0.5 ~ −3.0, 한 자릿수 차이) — mitigation은 </a:t>
            </a:r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‘locus + selection rule’ 수준에서 일반화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되지, 단일 strength constant 수준은 아님. df 감소율은 baseline anchor pull과 anti-correlation (LLaVA-1.5 가장 큼, InternVL3 가장 작음).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§7.4 · Mitigation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§8.1 reasoning이 anchoring을 강화한다 (γ-β)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Qwen3-VL-8B-Instruct vs Thinking, MathVista, S1 anchor arm, n=365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288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0.117 / 0.074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adopt(a) — Thinking / Instruct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8288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0.291 / 0.102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480560" y="24688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df(a) C-form — Thinking / Instruct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0560" y="29260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×2.9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480560" y="36118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↑↑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18288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0.196 / 0.216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275320" y="24688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acc(b) — Thinking / Instruct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75320" y="29260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275320" y="36118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Thinking이 baseline 자체도 더 부정확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11094415" cy="1920240"/>
          </a:xfrm>
          <a:prstGeom prst="roundRect">
            <a:avLst>
              <a:gd name="adj" fmla="val 2857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80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846320"/>
            <a:ext cx="10972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Thinking 체크포인트는 동일 architecture / chat template / 동일 4-condition 자극 — 차이는 </a:t>
            </a:r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reasoning 행동뿐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reasoning trace가 anchor를 잡지 못할 뿐 아니라 </a:t>
            </a:r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오히려 anchor 정보가 elaboration step에 누적되어 증폭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Wang 2025 (LRM-judging) + VLMBias (reasoning models)와 일치.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단일 pair × 단일 dataset이라 </a:t>
            </a:r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existence-proof 수준의 hook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§8 future: 30B-A3B 쌍 + Gemma3-Thinking + 다른 dataset으로 generalisation.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§8.1 · γ-β reasoning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 선행 연구와의 차별화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논문이 unmeasured했던 정확한 위치는?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4297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가장 가까운 선행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차별성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Cross-modal numerical anchoring (core)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VLMBias (Nguyen 2025), typographic attacks (Wang 2025)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Genuinely novel — stand-alone rendered-number image as anchor on open numerical VQA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Wrong-base asymmetry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LLM/VLM anchoring 문헌 모두 미수행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Genuinely novel — 가장 강한 intellectual hook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Cross-encoder ablation (ViT vs Conv vs SigLIP)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Dyslexify (Hufe 2025) — CLIP late-half typographic 회로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 — depth-axis로 framing, mid-stack cluster 발견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amplifies (γ-β)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2025 (LRM-judging text-only), VLMBias on reasoning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VLM에서의 first 확인 (단일 pair existence-proof)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Confidence-modulated (continuous)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Lou-Sun 2024 (LLM 강도별), Phase-A binary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 — entropy 4분위 monotone × 23/35 cell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Mid-stack 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Weng 2024 EMNLP Main (causal mediation + 22 % mitigation)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template, multimodal anchor 적용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방어 핵심: </a:t>
            </a:r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anchor는 의미 라벨이 아닌 </a:t>
            </a:r>
            <a:pPr indent="0" marL="0">
              <a:buNone/>
            </a:pPr>
            <a:r>
              <a:rPr lang="en-US" sz="10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숫자값</a:t>
            </a:r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(b) 측정은 </a:t>
            </a:r>
            <a:pPr indent="0" marL="0">
              <a:buNone/>
            </a:pPr>
            <a:r>
              <a:rPr lang="en-US" sz="10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회귀형 numeric shift</a:t>
            </a:r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(classification flip / ASR 아님), (c) </a:t>
            </a:r>
            <a:pPr indent="0" marL="0">
              <a:buNone/>
            </a:pPr>
            <a:r>
              <a:rPr lang="en-US" sz="10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인지과학 grounding (Mussweiler-Strack, Jacowitz-Kahneman)</a:t>
            </a:r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적합한 testable predictions.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 · Related work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§8.4 한계 (limitations)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Reviewer가 물을 항목을 미리 disclose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819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Single-prompt runs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JSON-strict 단일 프롬프트만 사용. paraphrase robustness (3-5 prompt 변형 × bootstrap CI)는 다음 hardening pass.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4864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5819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weights only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55080" y="1920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7개 모델 모두 open. closed-model defuse (GPT-4o / Gemini 2.5 ~500 sample)는 revision 시 access 확보 시 추가.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54864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7706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baseline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1089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§1/§6의 인지과학 framing은 prior literature 기반. 50명 Prolific replication은 ARR clock 상 미실시.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2697480"/>
            <a:ext cx="54864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7706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window dataset-dependent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31089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VQAv2/TallyQA absolute, ChartQA/MathVista relative. relative cutoff은 inductive choice — GT 분포 다른 dataset에서 재검증 필요.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54864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5935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Mid-stack mitigation single-cluster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2976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 free-lunch는 LLaVA-1.5 / ConvLLaVA / InternVL3 3개 mid-stack-cluster 모델만 검증. SigLIP-Gemma early peak / Qwen-ViT late peak로의 일반화는 P3.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886200"/>
            <a:ext cx="54864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95935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γ-β single pair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42976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reasoning-amplifies-anchoring은 1 pair × 1 dataset. existence proof로 취급, quantitative law로 보지 않음.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5074920"/>
            <a:ext cx="54864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514807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schema audit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54864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M1→M2 refactor 사이 driver-schema gap이 direction_follow_rate를 silently 0으로 만든 적 있음. C-form refactor + reaggregate sweep + migration report로 remediation.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§8.4 · Limitations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9144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§1.6 5가지 공헌 + §8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최초의 cross-modal 숫자 anchoring 평가 — 4-condition (target/anchor/mask/neutral) + FLUX-rendered digit anchor inventory + OpenCV-inpainted mask counterparts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76272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76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2130552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canonical metric (C-form direction-follow `(pa−pb)·(anchor−pb) &gt; 0 AND pa ≠ pb`) — gt-free, baseline-relative anchor pull 측정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89504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89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2843784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evidence — VQAv2 number (n=17,730) / TallyQA / ChartQA / MathVista 4종 + 7-model main panel + 3-model E5e + 2-model γ-β reasoning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02736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02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3557016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메커니즘 + mitigation — encoder-family별 attention localisation (E1/E1b) + causal ablation panel (E1d) + upper-half mitigation full-scale validation (E4 Phase 2, n=88,650/모델)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15968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15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4270248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VLM에서 reasoning이 anchoring을 amplify하는 결과 (γ-β, MathVista) — text-only LRM 문헌과 일치하는 multimodal counterpart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F8F6F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2852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(preferred)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560527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F1.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LLM/VLM 아키텍처 차이 — 동일 숫자 question을 (a) text 프롬프트로 LLM에 vs (b) rendered-digit image로 VLM에 — layer-wise integration profile 비교 (ideation 단락 작성됨).   </a:t>
            </a:r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F2.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vs text anchor on the same VLM — modality 채널 분리.   </a:t>
            </a:r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F3.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γ-β를 multi-pair × multi-dataset reasoning panel로 scale-up.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§1.6 / §8 · Contributions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14400"/>
            <a:ext cx="164592" cy="50292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재현성 + 마무리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envelope · open code · post-audit C-form numbers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envelope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8 × NVIDIA H200 (1 GPU shared with vLLM Qwen2.5-32B server, ~60 GB usable per GPU)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Total ~5,760 GPU-hours over project lifetime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Total ~1.6M model generations across all experiments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Wall: 7-model VQAv2 main panel ≈ 6h; E4 Phase 2 ≈ 16h/모델; γ-β Thinking ≈ 45 min on H200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release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56032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All code, configs, anchor inventories (FLUX seeds + OpenCV inpaint params)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Per-sample predictions + aggregate CSVs (post-audit, C-form-aligned)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Open-weight Hugging Face models — full reproducibility on commodity 8×H200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M2 audit + C-form migration: docs/insights/M2-metric-definition-evidence.md, C-form-migration-report.md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5120640"/>
            <a:ext cx="10362895" cy="1371600"/>
          </a:xfrm>
          <a:prstGeom prst="roundRect">
            <a:avLst>
              <a:gd name="adj" fmla="val 5333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525780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numerical anchoring is real on VLMs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gated by uncertainty × plausibility × digit-pixel visibility, mechanistically multi-layer-redundant, mitigable at upper-half attention locus, and reasoning trace amplifies rather than catches the bias.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§1–§8 KR summary · namam3gy · 2026-04-29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VLM 교차모달 숫자 anchoring (paper summary, KR)</dc:title>
  <dc:subject>PptxGenJS Presentation</dc:subject>
  <dc:creator>namam3gy</dc:creator>
  <cp:lastModifiedBy>namam3gy</cp:lastModifiedBy>
  <cp:revision>1</cp:revision>
  <dcterms:created xsi:type="dcterms:W3CDTF">2026-04-29T05:10:39Z</dcterms:created>
  <dcterms:modified xsi:type="dcterms:W3CDTF">2026-04-29T05:10:39Z</dcterms:modified>
</cp:coreProperties>
</file>