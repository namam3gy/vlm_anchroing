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C-form migration — before vs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/>
              <a:t>direction_follow_rate refactor (2026-04-28).</a:t>
            </a:r>
          </a:p>
          <a:p>
            <a:r>
              <a:rPr sz="2200"/>
              <a:t>Before: anchor·gt form (pa-gt)·(anchor-gt) — buggy code body, never matched docstring.</a:t>
            </a:r>
          </a:p>
          <a:p>
            <a:r>
              <a:rPr sz="2200"/>
              <a:t>After: C-form (pa-pb)·(anchor-pb) — user's intended formula, gt-free, anchor pull as baseline-relative shift.</a:t>
            </a:r>
          </a:p>
          <a:p>
            <a:r>
              <a:rPr sz="2200"/>
              <a:t>Coverage: 194 cells, 14 experiments, 13 models.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What changed (and why)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Two compounding bugs found while debugging γ-β df_M2 = 0:</a:t>
            </a:r>
          </a:p>
          <a:p>
            <a:r>
              <a:rPr sz="1800"/>
              <a:t>1. Code/doc form mismatch — M2 commit 304a677 declared pb·gt form in</a:t>
            </a:r>
          </a:p>
          <a:p>
            <a:r>
              <a:rPr sz="1800"/>
              <a:t>   docstring + commit message + 5 doc surfaces, but metrics.py:118 stayed</a:t>
            </a:r>
          </a:p>
          <a:p>
            <a:r>
              <a:rPr sz="1800"/>
              <a:t>   on M1-era anchor·gt form. Both forms turned out to be wrong-by-author.</a:t>
            </a:r>
          </a:p>
          <a:p>
            <a:r>
              <a:rPr sz="1800"/>
              <a:t>2. Driver schema gap — run_experiment.py never threaded</a:t>
            </a:r>
          </a:p>
          <a:p>
            <a:r>
              <a:rPr sz="1800"/>
              <a:t>   anchor_direction_followed_moved + pred_b_equal_anchor +</a:t>
            </a:r>
          </a:p>
          <a:p>
            <a:r>
              <a:rPr sz="1800"/>
              <a:t>   pred_diff_from_base into the row dict, so summarize_condition saw</a:t>
            </a:r>
          </a:p>
          <a:p>
            <a:r>
              <a:rPr sz="1800"/>
              <a:t>   None and reported df_M2 = 0 silently.</a:t>
            </a:r>
          </a:p>
          <a:p/>
          <a:p>
            <a:r>
              <a:rPr sz="1800"/>
              <a:t>Fix: C-form (pa-pb)·(anchor-pb) in 4 code sites + 7 doc surfaces;</a:t>
            </a:r>
          </a:p>
          <a:p>
            <a:r>
              <a:rPr sz="1800"/>
              <a:t>drivers thread the missing flags; reaggregate sweep over 61 dirs.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Main panel — VQAv2 number, 7 models</a:t>
            </a:r>
          </a:p>
        </p:txBody>
      </p:sp>
      <p:pic>
        <p:nvPicPr>
          <p:cNvPr id="3" name="Picture 2" descr="C_form_migration_mai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1024128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Result: every model's df_moved is HIGHER under C-form.</a:t>
            </a:r>
          </a:p>
          <a:p>
            <a:r>
              <a:rPr sz="1200"/>
              <a:t>Largest shift: qwen2.5-vl-7b 0.079 → 0.214 (×2.7).</a:t>
            </a:r>
          </a:p>
          <a:p>
            <a:r>
              <a:rPr sz="1200"/>
              <a:t>C-form is more sensitive to anchor pull because it directly measures</a:t>
            </a:r>
          </a:p>
          <a:p>
            <a:r>
              <a:rPr sz="1200"/>
              <a:t>pa shifting from pb toward anchor (gt-free).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Main panel — numerical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  <a:gridCol w="1270000"/>
                <a:gridCol w="1270000"/>
                <a:gridCol w="1270000"/>
                <a:gridCol w="1270000"/>
                <a:gridCol w="1270000"/>
              </a:tblGrid>
              <a:tr h="558800">
                <a:tc>
                  <a:txBody>
                    <a:bodyPr/>
                    <a:lstStyle/>
                    <a:p>
                      <a:r>
                        <a:rPr b="1" sz="100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000"/>
                        <a:t>df moved 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000"/>
                        <a:t>df moved 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000"/>
                        <a:t>df raw 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000"/>
                        <a:t>df raw 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000"/>
                        <a:t>adopt 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000"/>
                        <a:t>adopt 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000"/>
                        <a:t>exact match 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000"/>
                        <a:t>exact match after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/>
                        <a:t>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/>
                        <a:t>gemma3-27b-it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0.1067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0.1672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0.3050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0.1672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0.4842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/>
                        <a:t>gemma4-31b-it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0.2393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0.5882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0.5882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/>
                        <a:t>gemma4-e4b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0.1931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0.2736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0.3195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0.2736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0.0219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0.0219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0.4101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/>
                        <a:t>llava-next-interleaved-7b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0.1446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0.1721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0.3485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0.1721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0.4431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/>
                        <a:t>qwen2.5-vl-7b-instruct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0.0786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0.2135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0.2477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0.2135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0.5715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0.6746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/>
                        <a:t>qwen3-vl-30b-it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0.1412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0.1695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0.2805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0.1695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0.5754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0.5754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/>
                        <a:t>qwen3-vl-8b-instruct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0.0869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0.1043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0.2583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0.1043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0.5810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0.5810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Per-cell drift across the project</a:t>
            </a:r>
          </a:p>
        </p:txBody>
      </p:sp>
      <p:pic>
        <p:nvPicPr>
          <p:cNvPr id="3" name="Picture 2" descr="C_form_migratio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5669280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Each dot = one (experiment × model × condition) cell.</a:t>
            </a:r>
          </a:p>
          <a:p>
            <a:r>
              <a:rPr sz="1200"/>
              <a:t>Above the diagonal → C-form &gt; anchor·gt form.</a:t>
            </a:r>
          </a:p>
          <a:p>
            <a:r>
              <a:rPr sz="1200"/>
              <a:t>Most cells above the diagonal — C-form lifts the metric across the board.</a:t>
            </a:r>
          </a:p>
          <a:p>
            <a:r>
              <a:rPr sz="1200"/>
              <a:t>Cells at (0, ≥0.05) = E5e MathVista runs, where the buggy 0 turned</a:t>
            </a:r>
          </a:p>
          <a:p>
            <a:r>
              <a:rPr sz="1200"/>
              <a:t>out to be a driver schema artefact, NOT a real categorical-replace regime.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Qualitative status — paper-tier claims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73152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41960"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# (model × experiment)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t>stronger (after &gt; before)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t>no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t>REVEALED (was 0, now &gt;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t>preserved (~ unchanged)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t>weakened (after &lt; before)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1206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Headline (A1, E1d, E4, L1, E5b, E5c, E5e ChartQA/TallyQA): preserved or stronger.</a:t>
            </a:r>
          </a:p>
          <a:p>
            <a:r>
              <a:rPr sz="1400"/>
              <a:t>γ-α MathVista 'categorical-replace' framing: REVEALED — was driver bug, not real.</a:t>
            </a:r>
          </a:p>
          <a:p>
            <a:r>
              <a:rPr sz="1400"/>
              <a:t>No paper-tier qualitative claim flipped; many were strengthened.</a:t>
            </a:r>
          </a:p>
          <a:p>
            <a:r>
              <a:rPr sz="1400"/>
              <a:t>→ Paper writeup needs number refresh, not narrative rewrite (modulo MathVista §).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Methodology +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1. Pre-refactor summary.json archived to outputs/before_C_form/ before any code change.</a:t>
            </a:r>
          </a:p>
          <a:p>
            <a:r>
              <a:rPr sz="1600"/>
              <a:t>2. metrics.py + reaggregate + analyze_metric_variants + tests rewritten to C-form.</a:t>
            </a:r>
          </a:p>
          <a:p>
            <a:r>
              <a:rPr sz="1600"/>
              <a:t>3. 7 doc surfaces (project.md, roadmap.md, AGENTS.md, M2 evidence, paper_summary_slides,</a:t>
            </a:r>
          </a:p>
          <a:p>
            <a:r>
              <a:rPr sz="1600"/>
              <a:t>   metrics.py docstrings, analyze_metric_variants docstrings) re-stated in C-form.</a:t>
            </a:r>
          </a:p>
          <a:p>
            <a:r>
              <a:rPr sz="1600"/>
              <a:t>4. run_experiment.py row dict gained the 3 missing M2 flags.</a:t>
            </a:r>
          </a:p>
          <a:p>
            <a:r>
              <a:rPr sz="1600"/>
              <a:t>5. Regression test in tests/test_metrics.py::DriverRowSchemaRegressionTest.</a:t>
            </a:r>
          </a:p>
          <a:p>
            <a:r>
              <a:rPr sz="1600"/>
              <a:t>6. scripts/reaggregate_paired_adoption.py --apply --force across 17 sub-trees.</a:t>
            </a:r>
          </a:p>
          <a:p>
            <a:r>
              <a:rPr sz="1600"/>
              <a:t>7. This deck + accompanying markdown report regenerable via</a:t>
            </a:r>
          </a:p>
          <a:p>
            <a:r>
              <a:rPr sz="1600"/>
              <a:t>   `uv run python scripts/build_C_form_migration_report.py`.</a:t>
            </a:r>
          </a:p>
          <a:p/>
          <a:p>
            <a:r>
              <a:rPr sz="1600"/>
              <a:t>Memory entry feedback_metric_C_form.md persisted so future sessions</a:t>
            </a:r>
          </a:p>
          <a:p>
            <a:r>
              <a:rPr sz="1600"/>
              <a:t>do not re-litigate the formula choice.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